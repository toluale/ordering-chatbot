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80" r:id="rId3"/>
    <p:sldId id="257" r:id="rId4"/>
    <p:sldId id="281" r:id="rId5"/>
    <p:sldId id="258" r:id="rId6"/>
    <p:sldId id="259" r:id="rId7"/>
    <p:sldId id="276" r:id="rId8"/>
    <p:sldId id="271" r:id="rId9"/>
    <p:sldId id="275" r:id="rId10"/>
    <p:sldId id="277" r:id="rId11"/>
    <p:sldId id="263" r:id="rId12"/>
    <p:sldId id="278" r:id="rId13"/>
    <p:sldId id="266" r:id="rId14"/>
    <p:sldId id="267" r:id="rId15"/>
    <p:sldId id="268" r:id="rId16"/>
    <p:sldId id="269" r:id="rId17"/>
    <p:sldId id="270" r:id="rId18"/>
    <p:sldId id="274" r:id="rId19"/>
    <p:sldId id="2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88195E-8555-49AA-BAAB-47869B17DC13}" v="1014" dt="2025-08-20T21:08:48.8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220" autoAdjust="0"/>
  </p:normalViewPr>
  <p:slideViewPr>
    <p:cSldViewPr snapToGrid="0">
      <p:cViewPr varScale="1">
        <p:scale>
          <a:sx n="102" d="100"/>
          <a:sy n="102" d="100"/>
        </p:scale>
        <p:origin x="124"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lu Ale" userId="67e1466a-200e-4173-bdde-fbabdfe3cb15" providerId="ADAL" clId="{5AE39F2C-81A8-4C0F-81FC-B50C26DA86FB}"/>
    <pc:docChg chg="undo custSel addSld delSld modSld sldOrd">
      <pc:chgData name="Tolu Ale" userId="67e1466a-200e-4173-bdde-fbabdfe3cb15" providerId="ADAL" clId="{5AE39F2C-81A8-4C0F-81FC-B50C26DA86FB}" dt="2025-08-21T22:53:54.360" v="8514" actId="2696"/>
      <pc:docMkLst>
        <pc:docMk/>
      </pc:docMkLst>
      <pc:sldChg chg="addSp delSp modSp mod modAnim modNotesTx">
        <pc:chgData name="Tolu Ale" userId="67e1466a-200e-4173-bdde-fbabdfe3cb15" providerId="ADAL" clId="{5AE39F2C-81A8-4C0F-81FC-B50C26DA86FB}" dt="2025-08-18T16:49:11.324" v="7964" actId="20577"/>
        <pc:sldMkLst>
          <pc:docMk/>
          <pc:sldMk cId="781288203" sldId="256"/>
        </pc:sldMkLst>
        <pc:spChg chg="mod">
          <ac:chgData name="Tolu Ale" userId="67e1466a-200e-4173-bdde-fbabdfe3cb15" providerId="ADAL" clId="{5AE39F2C-81A8-4C0F-81FC-B50C26DA86FB}" dt="2025-08-15T19:45:00.616" v="549" actId="14100"/>
          <ac:spMkLst>
            <pc:docMk/>
            <pc:sldMk cId="781288203" sldId="256"/>
            <ac:spMk id="2" creationId="{AE614434-DBEE-2066-3973-24698228687C}"/>
          </ac:spMkLst>
        </pc:spChg>
        <pc:spChg chg="mod">
          <ac:chgData name="Tolu Ale" userId="67e1466a-200e-4173-bdde-fbabdfe3cb15" providerId="ADAL" clId="{5AE39F2C-81A8-4C0F-81FC-B50C26DA86FB}" dt="2025-08-18T16:49:11.324" v="7964" actId="20577"/>
          <ac:spMkLst>
            <pc:docMk/>
            <pc:sldMk cId="781288203" sldId="256"/>
            <ac:spMk id="3" creationId="{F67FCD39-3273-6900-7029-AB12ED989F0C}"/>
          </ac:spMkLst>
        </pc:spChg>
        <pc:spChg chg="add">
          <ac:chgData name="Tolu Ale" userId="67e1466a-200e-4173-bdde-fbabdfe3cb15" providerId="ADAL" clId="{5AE39F2C-81A8-4C0F-81FC-B50C26DA86FB}" dt="2025-08-15T19:44:02.221" v="541" actId="26606"/>
          <ac:spMkLst>
            <pc:docMk/>
            <pc:sldMk cId="781288203" sldId="256"/>
            <ac:spMk id="1044" creationId="{ECC07320-C2CA-4E29-8481-9D9E143C7788}"/>
          </ac:spMkLst>
        </pc:spChg>
        <pc:spChg chg="add">
          <ac:chgData name="Tolu Ale" userId="67e1466a-200e-4173-bdde-fbabdfe3cb15" providerId="ADAL" clId="{5AE39F2C-81A8-4C0F-81FC-B50C26DA86FB}" dt="2025-08-15T19:44:02.221" v="541" actId="26606"/>
          <ac:spMkLst>
            <pc:docMk/>
            <pc:sldMk cId="781288203" sldId="256"/>
            <ac:spMk id="1046" creationId="{178FB36B-5BFE-42CA-BC60-1115E0D95EEC}"/>
          </ac:spMkLst>
        </pc:spChg>
        <pc:picChg chg="add mod">
          <ac:chgData name="Tolu Ale" userId="67e1466a-200e-4173-bdde-fbabdfe3cb15" providerId="ADAL" clId="{5AE39F2C-81A8-4C0F-81FC-B50C26DA86FB}" dt="2025-08-15T19:44:42.120" v="547" actId="14100"/>
          <ac:picMkLst>
            <pc:docMk/>
            <pc:sldMk cId="781288203" sldId="256"/>
            <ac:picMk id="4" creationId="{AA462B0C-6D02-BDCE-7255-D6977DE8A11D}"/>
          </ac:picMkLst>
        </pc:picChg>
        <pc:picChg chg="mod ord">
          <ac:chgData name="Tolu Ale" userId="67e1466a-200e-4173-bdde-fbabdfe3cb15" providerId="ADAL" clId="{5AE39F2C-81A8-4C0F-81FC-B50C26DA86FB}" dt="2025-08-18T16:48:48.347" v="7951" actId="1076"/>
          <ac:picMkLst>
            <pc:docMk/>
            <pc:sldMk cId="781288203" sldId="256"/>
            <ac:picMk id="35" creationId="{1C4A765F-ADA8-3571-32C4-4588375F2BCB}"/>
          </ac:picMkLst>
        </pc:picChg>
      </pc:sldChg>
      <pc:sldChg chg="addSp modSp mod modNotesTx">
        <pc:chgData name="Tolu Ale" userId="67e1466a-200e-4173-bdde-fbabdfe3cb15" providerId="ADAL" clId="{5AE39F2C-81A8-4C0F-81FC-B50C26DA86FB}" dt="2025-08-18T20:30:13.335" v="8009" actId="20577"/>
        <pc:sldMkLst>
          <pc:docMk/>
          <pc:sldMk cId="3509858933" sldId="257"/>
        </pc:sldMkLst>
        <pc:graphicFrameChg chg="modGraphic">
          <ac:chgData name="Tolu Ale" userId="67e1466a-200e-4173-bdde-fbabdfe3cb15" providerId="ADAL" clId="{5AE39F2C-81A8-4C0F-81FC-B50C26DA86FB}" dt="2025-08-18T20:30:13.335" v="8009" actId="20577"/>
          <ac:graphicFrameMkLst>
            <pc:docMk/>
            <pc:sldMk cId="3509858933" sldId="257"/>
            <ac:graphicFrameMk id="5" creationId="{2DEECB2A-C1AC-9227-90B1-9D4FB819F721}"/>
          </ac:graphicFrameMkLst>
        </pc:graphicFrameChg>
        <pc:picChg chg="add mod">
          <ac:chgData name="Tolu Ale" userId="67e1466a-200e-4173-bdde-fbabdfe3cb15" providerId="ADAL" clId="{5AE39F2C-81A8-4C0F-81FC-B50C26DA86FB}" dt="2025-08-15T19:45:35.198" v="553" actId="1038"/>
          <ac:picMkLst>
            <pc:docMk/>
            <pc:sldMk cId="3509858933" sldId="257"/>
            <ac:picMk id="4" creationId="{25D96248-4715-56BD-9711-043170185CAF}"/>
          </ac:picMkLst>
        </pc:picChg>
      </pc:sldChg>
      <pc:sldChg chg="addSp modSp mod modNotesTx">
        <pc:chgData name="Tolu Ale" userId="67e1466a-200e-4173-bdde-fbabdfe3cb15" providerId="ADAL" clId="{5AE39F2C-81A8-4C0F-81FC-B50C26DA86FB}" dt="2025-08-16T21:20:02.303" v="3816" actId="20577"/>
        <pc:sldMkLst>
          <pc:docMk/>
          <pc:sldMk cId="1227123877" sldId="258"/>
        </pc:sldMkLst>
        <pc:graphicFrameChg chg="modGraphic">
          <ac:chgData name="Tolu Ale" userId="67e1466a-200e-4173-bdde-fbabdfe3cb15" providerId="ADAL" clId="{5AE39F2C-81A8-4C0F-81FC-B50C26DA86FB}" dt="2025-08-16T21:20:02.303" v="3816" actId="20577"/>
          <ac:graphicFrameMkLst>
            <pc:docMk/>
            <pc:sldMk cId="1227123877" sldId="258"/>
            <ac:graphicFrameMk id="5" creationId="{C0223D8F-F1C6-2052-F153-E99083D566FD}"/>
          </ac:graphicFrameMkLst>
        </pc:graphicFrameChg>
        <pc:picChg chg="add mod">
          <ac:chgData name="Tolu Ale" userId="67e1466a-200e-4173-bdde-fbabdfe3cb15" providerId="ADAL" clId="{5AE39F2C-81A8-4C0F-81FC-B50C26DA86FB}" dt="2025-08-15T20:43:28.450" v="1564"/>
          <ac:picMkLst>
            <pc:docMk/>
            <pc:sldMk cId="1227123877" sldId="258"/>
            <ac:picMk id="3" creationId="{FD978E20-C0F7-CF04-066D-E8982DCC9887}"/>
          </ac:picMkLst>
        </pc:picChg>
      </pc:sldChg>
      <pc:sldChg chg="addSp delSp modSp mod modNotesTx">
        <pc:chgData name="Tolu Ale" userId="67e1466a-200e-4173-bdde-fbabdfe3cb15" providerId="ADAL" clId="{5AE39F2C-81A8-4C0F-81FC-B50C26DA86FB}" dt="2025-08-18T20:40:24.914" v="8076" actId="20577"/>
        <pc:sldMkLst>
          <pc:docMk/>
          <pc:sldMk cId="4044656747" sldId="259"/>
        </pc:sldMkLst>
        <pc:spChg chg="mod">
          <ac:chgData name="Tolu Ale" userId="67e1466a-200e-4173-bdde-fbabdfe3cb15" providerId="ADAL" clId="{5AE39F2C-81A8-4C0F-81FC-B50C26DA86FB}" dt="2025-08-15T21:02:04.512" v="2089" actId="26606"/>
          <ac:spMkLst>
            <pc:docMk/>
            <pc:sldMk cId="4044656747" sldId="259"/>
            <ac:spMk id="4" creationId="{7E8C7B26-6E66-5D86-15F0-A0B030E7D609}"/>
          </ac:spMkLst>
        </pc:spChg>
        <pc:spChg chg="mod">
          <ac:chgData name="Tolu Ale" userId="67e1466a-200e-4173-bdde-fbabdfe3cb15" providerId="ADAL" clId="{5AE39F2C-81A8-4C0F-81FC-B50C26DA86FB}" dt="2025-08-18T20:40:24.914" v="8076" actId="20577"/>
          <ac:spMkLst>
            <pc:docMk/>
            <pc:sldMk cId="4044656747" sldId="259"/>
            <ac:spMk id="5" creationId="{CFD6F7CB-0C4C-1897-816C-0C82D82C2190}"/>
          </ac:spMkLst>
        </pc:spChg>
        <pc:spChg chg="add">
          <ac:chgData name="Tolu Ale" userId="67e1466a-200e-4173-bdde-fbabdfe3cb15" providerId="ADAL" clId="{5AE39F2C-81A8-4C0F-81FC-B50C26DA86FB}" dt="2025-08-15T21:02:04.512" v="2089" actId="26606"/>
          <ac:spMkLst>
            <pc:docMk/>
            <pc:sldMk cId="4044656747" sldId="259"/>
            <ac:spMk id="48" creationId="{058A14AF-9FB5-4CC7-BA35-E8E85D3EDF0E}"/>
          </ac:spMkLst>
        </pc:spChg>
        <pc:spChg chg="add">
          <ac:chgData name="Tolu Ale" userId="67e1466a-200e-4173-bdde-fbabdfe3cb15" providerId="ADAL" clId="{5AE39F2C-81A8-4C0F-81FC-B50C26DA86FB}" dt="2025-08-15T21:02:04.512" v="2089" actId="26606"/>
          <ac:spMkLst>
            <pc:docMk/>
            <pc:sldMk cId="4044656747" sldId="259"/>
            <ac:spMk id="50" creationId="{3A9A4357-BD1D-4622-A4FE-766E6AB8DE84}"/>
          </ac:spMkLst>
        </pc:spChg>
        <pc:spChg chg="add">
          <ac:chgData name="Tolu Ale" userId="67e1466a-200e-4173-bdde-fbabdfe3cb15" providerId="ADAL" clId="{5AE39F2C-81A8-4C0F-81FC-B50C26DA86FB}" dt="2025-08-15T21:02:04.512" v="2089" actId="26606"/>
          <ac:spMkLst>
            <pc:docMk/>
            <pc:sldMk cId="4044656747" sldId="259"/>
            <ac:spMk id="52" creationId="{E659831F-0D9A-4C63-9EBB-8435B85A440F}"/>
          </ac:spMkLst>
        </pc:spChg>
        <pc:spChg chg="add">
          <ac:chgData name="Tolu Ale" userId="67e1466a-200e-4173-bdde-fbabdfe3cb15" providerId="ADAL" clId="{5AE39F2C-81A8-4C0F-81FC-B50C26DA86FB}" dt="2025-08-15T21:02:04.512" v="2089" actId="26606"/>
          <ac:spMkLst>
            <pc:docMk/>
            <pc:sldMk cId="4044656747" sldId="259"/>
            <ac:spMk id="54" creationId="{E6995CE5-F890-4ABA-82A2-26507CE8D2A3}"/>
          </ac:spMkLst>
        </pc:spChg>
        <pc:picChg chg="add mod">
          <ac:chgData name="Tolu Ale" userId="67e1466a-200e-4173-bdde-fbabdfe3cb15" providerId="ADAL" clId="{5AE39F2C-81A8-4C0F-81FC-B50C26DA86FB}" dt="2025-08-15T20:46:32.753" v="1565"/>
          <ac:picMkLst>
            <pc:docMk/>
            <pc:sldMk cId="4044656747" sldId="259"/>
            <ac:picMk id="2" creationId="{D661418F-8825-9BDE-C453-C107C85128FE}"/>
          </ac:picMkLst>
        </pc:picChg>
        <pc:picChg chg="mod">
          <ac:chgData name="Tolu Ale" userId="67e1466a-200e-4173-bdde-fbabdfe3cb15" providerId="ADAL" clId="{5AE39F2C-81A8-4C0F-81FC-B50C26DA86FB}" dt="2025-08-15T21:02:20.071" v="2091" actId="1076"/>
          <ac:picMkLst>
            <pc:docMk/>
            <pc:sldMk cId="4044656747" sldId="259"/>
            <ac:picMk id="8" creationId="{F8A72CEF-9F82-010A-1142-BC3D49596E71}"/>
          </ac:picMkLst>
        </pc:picChg>
      </pc:sldChg>
      <pc:sldChg chg="del mod ord modShow">
        <pc:chgData name="Tolu Ale" userId="67e1466a-200e-4173-bdde-fbabdfe3cb15" providerId="ADAL" clId="{5AE39F2C-81A8-4C0F-81FC-B50C26DA86FB}" dt="2025-08-21T22:53:12.336" v="8510" actId="2696"/>
        <pc:sldMkLst>
          <pc:docMk/>
          <pc:sldMk cId="3656465670" sldId="260"/>
        </pc:sldMkLst>
      </pc:sldChg>
      <pc:sldChg chg="del">
        <pc:chgData name="Tolu Ale" userId="67e1466a-200e-4173-bdde-fbabdfe3cb15" providerId="ADAL" clId="{5AE39F2C-81A8-4C0F-81FC-B50C26DA86FB}" dt="2025-08-21T22:53:22.004" v="8511" actId="2696"/>
        <pc:sldMkLst>
          <pc:docMk/>
          <pc:sldMk cId="2189413757" sldId="261"/>
        </pc:sldMkLst>
      </pc:sldChg>
      <pc:sldChg chg="addSp delSp modSp mod delAnim modAnim modNotesTx">
        <pc:chgData name="Tolu Ale" userId="67e1466a-200e-4173-bdde-fbabdfe3cb15" providerId="ADAL" clId="{5AE39F2C-81A8-4C0F-81FC-B50C26DA86FB}" dt="2025-08-20T21:08:48.888" v="8509"/>
        <pc:sldMkLst>
          <pc:docMk/>
          <pc:sldMk cId="1284533198" sldId="263"/>
        </pc:sldMkLst>
        <pc:spChg chg="mod">
          <ac:chgData name="Tolu Ale" userId="67e1466a-200e-4173-bdde-fbabdfe3cb15" providerId="ADAL" clId="{5AE39F2C-81A8-4C0F-81FC-B50C26DA86FB}" dt="2025-08-20T16:12:11.598" v="8228" actId="14100"/>
          <ac:spMkLst>
            <pc:docMk/>
            <pc:sldMk cId="1284533198" sldId="263"/>
            <ac:spMk id="2" creationId="{BDCA379F-1601-034D-EC93-6E05D88C215D}"/>
          </ac:spMkLst>
        </pc:spChg>
        <pc:spChg chg="mod">
          <ac:chgData name="Tolu Ale" userId="67e1466a-200e-4173-bdde-fbabdfe3cb15" providerId="ADAL" clId="{5AE39F2C-81A8-4C0F-81FC-B50C26DA86FB}" dt="2025-08-20T16:13:12.432" v="8240" actId="123"/>
          <ac:spMkLst>
            <pc:docMk/>
            <pc:sldMk cId="1284533198" sldId="263"/>
            <ac:spMk id="3" creationId="{E88145E5-5B81-EBCE-33B0-B178FC8B5FA5}"/>
          </ac:spMkLst>
        </pc:spChg>
        <pc:spChg chg="add del">
          <ac:chgData name="Tolu Ale" userId="67e1466a-200e-4173-bdde-fbabdfe3cb15" providerId="ADAL" clId="{5AE39F2C-81A8-4C0F-81FC-B50C26DA86FB}" dt="2025-08-20T16:10:53.608" v="8213" actId="26606"/>
          <ac:spMkLst>
            <pc:docMk/>
            <pc:sldMk cId="1284533198" sldId="263"/>
            <ac:spMk id="21" creationId="{081EA652-8C6A-4E69-BEB9-170809474553}"/>
          </ac:spMkLst>
        </pc:spChg>
        <pc:spChg chg="add del">
          <ac:chgData name="Tolu Ale" userId="67e1466a-200e-4173-bdde-fbabdfe3cb15" providerId="ADAL" clId="{5AE39F2C-81A8-4C0F-81FC-B50C26DA86FB}" dt="2025-08-20T16:10:53.608" v="8213" actId="26606"/>
          <ac:spMkLst>
            <pc:docMk/>
            <pc:sldMk cId="1284533198" sldId="263"/>
            <ac:spMk id="23" creationId="{5298780A-33B9-4EA2-8F67-DE68AD62841B}"/>
          </ac:spMkLst>
        </pc:spChg>
        <pc:spChg chg="add del">
          <ac:chgData name="Tolu Ale" userId="67e1466a-200e-4173-bdde-fbabdfe3cb15" providerId="ADAL" clId="{5AE39F2C-81A8-4C0F-81FC-B50C26DA86FB}" dt="2025-08-20T16:10:53.608" v="8213" actId="26606"/>
          <ac:spMkLst>
            <pc:docMk/>
            <pc:sldMk cId="1284533198" sldId="263"/>
            <ac:spMk id="25" creationId="{7F488E8B-4E1E-4402-8935-D4E6C02615C7}"/>
          </ac:spMkLst>
        </pc:spChg>
        <pc:spChg chg="add del">
          <ac:chgData name="Tolu Ale" userId="67e1466a-200e-4173-bdde-fbabdfe3cb15" providerId="ADAL" clId="{5AE39F2C-81A8-4C0F-81FC-B50C26DA86FB}" dt="2025-08-20T16:11:52.050" v="8224" actId="26606"/>
          <ac:spMkLst>
            <pc:docMk/>
            <pc:sldMk cId="1284533198" sldId="263"/>
            <ac:spMk id="30" creationId="{352BEC0E-22F8-46D0-9632-375DB541B06C}"/>
          </ac:spMkLst>
        </pc:spChg>
        <pc:spChg chg="add del">
          <ac:chgData name="Tolu Ale" userId="67e1466a-200e-4173-bdde-fbabdfe3cb15" providerId="ADAL" clId="{5AE39F2C-81A8-4C0F-81FC-B50C26DA86FB}" dt="2025-08-20T16:11:52.050" v="8224" actId="26606"/>
          <ac:spMkLst>
            <pc:docMk/>
            <pc:sldMk cId="1284533198" sldId="263"/>
            <ac:spMk id="32" creationId="{3FCFB1DE-0B7E-48CC-BA90-B2AB0889F9D6}"/>
          </ac:spMkLst>
        </pc:spChg>
        <pc:spChg chg="add">
          <ac:chgData name="Tolu Ale" userId="67e1466a-200e-4173-bdde-fbabdfe3cb15" providerId="ADAL" clId="{5AE39F2C-81A8-4C0F-81FC-B50C26DA86FB}" dt="2025-08-20T16:11:52.050" v="8224" actId="26606"/>
          <ac:spMkLst>
            <pc:docMk/>
            <pc:sldMk cId="1284533198" sldId="263"/>
            <ac:spMk id="37" creationId="{C2394629-8F96-41DE-9771-A48E7EF3C209}"/>
          </ac:spMkLst>
        </pc:spChg>
        <pc:picChg chg="del mod ord">
          <ac:chgData name="Tolu Ale" userId="67e1466a-200e-4173-bdde-fbabdfe3cb15" providerId="ADAL" clId="{5AE39F2C-81A8-4C0F-81FC-B50C26DA86FB}" dt="2025-08-20T16:04:16.971" v="8197" actId="478"/>
          <ac:picMkLst>
            <pc:docMk/>
            <pc:sldMk cId="1284533198" sldId="263"/>
            <ac:picMk id="5" creationId="{F152BD10-68F8-29DA-6CE6-F674EBF8CEC4}"/>
          </ac:picMkLst>
        </pc:picChg>
        <pc:picChg chg="del mod">
          <ac:chgData name="Tolu Ale" userId="67e1466a-200e-4173-bdde-fbabdfe3cb15" providerId="ADAL" clId="{5AE39F2C-81A8-4C0F-81FC-B50C26DA86FB}" dt="2025-08-20T20:19:19.645" v="8492" actId="478"/>
          <ac:picMkLst>
            <pc:docMk/>
            <pc:sldMk cId="1284533198" sldId="263"/>
            <ac:picMk id="6" creationId="{F0499C57-5045-FBBE-115F-B6BDEEDB5B87}"/>
          </ac:picMkLst>
        </pc:picChg>
        <pc:picChg chg="del mod ord">
          <ac:chgData name="Tolu Ale" userId="67e1466a-200e-4173-bdde-fbabdfe3cb15" providerId="ADAL" clId="{5AE39F2C-81A8-4C0F-81FC-B50C26DA86FB}" dt="2025-08-20T20:19:47.296" v="8497" actId="478"/>
          <ac:picMkLst>
            <pc:docMk/>
            <pc:sldMk cId="1284533198" sldId="263"/>
            <ac:picMk id="9" creationId="{19EBC8CF-B881-47F0-4C1B-D72CB9E5C874}"/>
          </ac:picMkLst>
        </pc:picChg>
        <pc:picChg chg="add mod">
          <ac:chgData name="Tolu Ale" userId="67e1466a-200e-4173-bdde-fbabdfe3cb15" providerId="ADAL" clId="{5AE39F2C-81A8-4C0F-81FC-B50C26DA86FB}" dt="2025-08-20T16:10:57.054" v="8214" actId="27614"/>
          <ac:picMkLst>
            <pc:docMk/>
            <pc:sldMk cId="1284533198" sldId="263"/>
            <ac:picMk id="10" creationId="{97968FF5-B204-7465-55D3-F6C718E95FBE}"/>
          </ac:picMkLst>
        </pc:picChg>
        <pc:picChg chg="add mod">
          <ac:chgData name="Tolu Ale" userId="67e1466a-200e-4173-bdde-fbabdfe3cb15" providerId="ADAL" clId="{5AE39F2C-81A8-4C0F-81FC-B50C26DA86FB}" dt="2025-08-20T20:19:28.710" v="8496" actId="1076"/>
          <ac:picMkLst>
            <pc:docMk/>
            <pc:sldMk cId="1284533198" sldId="263"/>
            <ac:picMk id="12" creationId="{14B6581D-B5E7-74CA-3909-AD8E1D7CDD2D}"/>
          </ac:picMkLst>
        </pc:picChg>
        <pc:picChg chg="add mod">
          <ac:chgData name="Tolu Ale" userId="67e1466a-200e-4173-bdde-fbabdfe3cb15" providerId="ADAL" clId="{5AE39F2C-81A8-4C0F-81FC-B50C26DA86FB}" dt="2025-08-20T20:19:54.907" v="8501" actId="1076"/>
          <ac:picMkLst>
            <pc:docMk/>
            <pc:sldMk cId="1284533198" sldId="263"/>
            <ac:picMk id="14" creationId="{B5CC480B-C8B1-CFB0-AAF2-C870EDB0211F}"/>
          </ac:picMkLst>
        </pc:picChg>
      </pc:sldChg>
      <pc:sldChg chg="addSp modSp del mod modAnim modShow modNotesTx">
        <pc:chgData name="Tolu Ale" userId="67e1466a-200e-4173-bdde-fbabdfe3cb15" providerId="ADAL" clId="{5AE39F2C-81A8-4C0F-81FC-B50C26DA86FB}" dt="2025-08-21T22:53:38.951" v="8512" actId="2696"/>
        <pc:sldMkLst>
          <pc:docMk/>
          <pc:sldMk cId="1664820960" sldId="264"/>
        </pc:sldMkLst>
        <pc:spChg chg="mod">
          <ac:chgData name="Tolu Ale" userId="67e1466a-200e-4173-bdde-fbabdfe3cb15" providerId="ADAL" clId="{5AE39F2C-81A8-4C0F-81FC-B50C26DA86FB}" dt="2025-08-15T15:49:04.444" v="472" actId="20577"/>
          <ac:spMkLst>
            <pc:docMk/>
            <pc:sldMk cId="1664820960" sldId="264"/>
            <ac:spMk id="19" creationId="{47E30B23-E46D-854F-761A-DC912DF58932}"/>
          </ac:spMkLst>
        </pc:spChg>
        <pc:picChg chg="add mod">
          <ac:chgData name="Tolu Ale" userId="67e1466a-200e-4173-bdde-fbabdfe3cb15" providerId="ADAL" clId="{5AE39F2C-81A8-4C0F-81FC-B50C26DA86FB}" dt="2025-08-15T22:48:55.248" v="2511"/>
          <ac:picMkLst>
            <pc:docMk/>
            <pc:sldMk cId="1664820960" sldId="264"/>
            <ac:picMk id="3" creationId="{A409767C-F49A-5250-787A-3BAAA29006E7}"/>
          </ac:picMkLst>
        </pc:picChg>
      </pc:sldChg>
      <pc:sldChg chg="del">
        <pc:chgData name="Tolu Ale" userId="67e1466a-200e-4173-bdde-fbabdfe3cb15" providerId="ADAL" clId="{5AE39F2C-81A8-4C0F-81FC-B50C26DA86FB}" dt="2025-08-21T22:53:47.480" v="8513" actId="2696"/>
        <pc:sldMkLst>
          <pc:docMk/>
          <pc:sldMk cId="3145427188" sldId="265"/>
        </pc:sldMkLst>
      </pc:sldChg>
      <pc:sldChg chg="addSp delSp modSp mod setBg">
        <pc:chgData name="Tolu Ale" userId="67e1466a-200e-4173-bdde-fbabdfe3cb15" providerId="ADAL" clId="{5AE39F2C-81A8-4C0F-81FC-B50C26DA86FB}" dt="2025-08-15T22:49:04.047" v="2512"/>
        <pc:sldMkLst>
          <pc:docMk/>
          <pc:sldMk cId="2028339028" sldId="266"/>
        </pc:sldMkLst>
        <pc:spChg chg="mod">
          <ac:chgData name="Tolu Ale" userId="67e1466a-200e-4173-bdde-fbabdfe3cb15" providerId="ADAL" clId="{5AE39F2C-81A8-4C0F-81FC-B50C26DA86FB}" dt="2025-08-15T15:42:11.861" v="80" actId="26606"/>
          <ac:spMkLst>
            <pc:docMk/>
            <pc:sldMk cId="2028339028" sldId="266"/>
            <ac:spMk id="2" creationId="{DE77FD3A-F9B6-413E-7BD9-641AFA33BB3B}"/>
          </ac:spMkLst>
        </pc:spChg>
        <pc:graphicFrameChg chg="mod modGraphic">
          <ac:chgData name="Tolu Ale" userId="67e1466a-200e-4173-bdde-fbabdfe3cb15" providerId="ADAL" clId="{5AE39F2C-81A8-4C0F-81FC-B50C26DA86FB}" dt="2025-08-15T15:42:11.861" v="80" actId="26606"/>
          <ac:graphicFrameMkLst>
            <pc:docMk/>
            <pc:sldMk cId="2028339028" sldId="266"/>
            <ac:graphicFrameMk id="12" creationId="{85CAB225-8A3D-5D49-786F-1A7B0F2B8F27}"/>
          </ac:graphicFrameMkLst>
        </pc:graphicFrameChg>
        <pc:picChg chg="add mod">
          <ac:chgData name="Tolu Ale" userId="67e1466a-200e-4173-bdde-fbabdfe3cb15" providerId="ADAL" clId="{5AE39F2C-81A8-4C0F-81FC-B50C26DA86FB}" dt="2025-08-15T22:49:04.047" v="2512"/>
          <ac:picMkLst>
            <pc:docMk/>
            <pc:sldMk cId="2028339028" sldId="266"/>
            <ac:picMk id="3" creationId="{F50EC76A-01F5-F817-E743-D53C288E5121}"/>
          </ac:picMkLst>
        </pc:picChg>
      </pc:sldChg>
      <pc:sldChg chg="addSp delSp modSp mod">
        <pc:chgData name="Tolu Ale" userId="67e1466a-200e-4173-bdde-fbabdfe3cb15" providerId="ADAL" clId="{5AE39F2C-81A8-4C0F-81FC-B50C26DA86FB}" dt="2025-08-19T16:16:52.345" v="8196" actId="14100"/>
        <pc:sldMkLst>
          <pc:docMk/>
          <pc:sldMk cId="2520357710" sldId="267"/>
        </pc:sldMkLst>
        <pc:spChg chg="add del">
          <ac:chgData name="Tolu Ale" userId="67e1466a-200e-4173-bdde-fbabdfe3cb15" providerId="ADAL" clId="{5AE39F2C-81A8-4C0F-81FC-B50C26DA86FB}" dt="2025-08-15T15:42:46.067" v="84" actId="26606"/>
          <ac:spMkLst>
            <pc:docMk/>
            <pc:sldMk cId="2520357710" sldId="267"/>
            <ac:spMk id="7" creationId="{844D6ADA-9F29-0805-E886-F74984C3AC1A}"/>
          </ac:spMkLst>
        </pc:spChg>
        <pc:picChg chg="add mod">
          <ac:chgData name="Tolu Ale" userId="67e1466a-200e-4173-bdde-fbabdfe3cb15" providerId="ADAL" clId="{5AE39F2C-81A8-4C0F-81FC-B50C26DA86FB}" dt="2025-08-15T22:49:08.220" v="2513"/>
          <ac:picMkLst>
            <pc:docMk/>
            <pc:sldMk cId="2520357710" sldId="267"/>
            <ac:picMk id="4" creationId="{820C446F-8242-2C0C-9599-9B47DFFD3B45}"/>
          </ac:picMkLst>
        </pc:picChg>
        <pc:picChg chg="add mod">
          <ac:chgData name="Tolu Ale" userId="67e1466a-200e-4173-bdde-fbabdfe3cb15" providerId="ADAL" clId="{5AE39F2C-81A8-4C0F-81FC-B50C26DA86FB}" dt="2025-08-19T16:16:52.345" v="8196" actId="14100"/>
          <ac:picMkLst>
            <pc:docMk/>
            <pc:sldMk cId="2520357710" sldId="267"/>
            <ac:picMk id="5" creationId="{D1DCA980-6D16-5AEF-035B-9B74C82E3FCA}"/>
          </ac:picMkLst>
        </pc:picChg>
      </pc:sldChg>
      <pc:sldChg chg="addSp modSp">
        <pc:chgData name="Tolu Ale" userId="67e1466a-200e-4173-bdde-fbabdfe3cb15" providerId="ADAL" clId="{5AE39F2C-81A8-4C0F-81FC-B50C26DA86FB}" dt="2025-08-15T22:49:15.296" v="2514"/>
        <pc:sldMkLst>
          <pc:docMk/>
          <pc:sldMk cId="1426495152" sldId="268"/>
        </pc:sldMkLst>
        <pc:picChg chg="add mod">
          <ac:chgData name="Tolu Ale" userId="67e1466a-200e-4173-bdde-fbabdfe3cb15" providerId="ADAL" clId="{5AE39F2C-81A8-4C0F-81FC-B50C26DA86FB}" dt="2025-08-15T22:49:15.296" v="2514"/>
          <ac:picMkLst>
            <pc:docMk/>
            <pc:sldMk cId="1426495152" sldId="268"/>
            <ac:picMk id="3" creationId="{7491CC33-869A-FA53-E6CE-8CEA2B02A6C8}"/>
          </ac:picMkLst>
        </pc:picChg>
      </pc:sldChg>
      <pc:sldChg chg="addSp modSp">
        <pc:chgData name="Tolu Ale" userId="67e1466a-200e-4173-bdde-fbabdfe3cb15" providerId="ADAL" clId="{5AE39F2C-81A8-4C0F-81FC-B50C26DA86FB}" dt="2025-08-15T22:49:21.996" v="2515"/>
        <pc:sldMkLst>
          <pc:docMk/>
          <pc:sldMk cId="4140335743" sldId="269"/>
        </pc:sldMkLst>
        <pc:picChg chg="add mod">
          <ac:chgData name="Tolu Ale" userId="67e1466a-200e-4173-bdde-fbabdfe3cb15" providerId="ADAL" clId="{5AE39F2C-81A8-4C0F-81FC-B50C26DA86FB}" dt="2025-08-15T22:49:21.996" v="2515"/>
          <ac:picMkLst>
            <pc:docMk/>
            <pc:sldMk cId="4140335743" sldId="269"/>
            <ac:picMk id="4" creationId="{B137ECA7-0158-6B4D-09A7-6E341B4BDFB4}"/>
          </ac:picMkLst>
        </pc:picChg>
      </pc:sldChg>
      <pc:sldChg chg="addSp delSp modSp add del mod">
        <pc:chgData name="Tolu Ale" userId="67e1466a-200e-4173-bdde-fbabdfe3cb15" providerId="ADAL" clId="{5AE39F2C-81A8-4C0F-81FC-B50C26DA86FB}" dt="2025-08-20T20:18:06.420" v="8491" actId="20577"/>
        <pc:sldMkLst>
          <pc:docMk/>
          <pc:sldMk cId="2751736750" sldId="270"/>
        </pc:sldMkLst>
        <pc:spChg chg="mod">
          <ac:chgData name="Tolu Ale" userId="67e1466a-200e-4173-bdde-fbabdfe3cb15" providerId="ADAL" clId="{5AE39F2C-81A8-4C0F-81FC-B50C26DA86FB}" dt="2025-08-20T19:43:46.483" v="8416" actId="20577"/>
          <ac:spMkLst>
            <pc:docMk/>
            <pc:sldMk cId="2751736750" sldId="270"/>
            <ac:spMk id="3" creationId="{7FDF07D9-EE98-3D94-8B8A-BB4B18EA9C58}"/>
          </ac:spMkLst>
        </pc:spChg>
        <pc:spChg chg="add mod">
          <ac:chgData name="Tolu Ale" userId="67e1466a-200e-4173-bdde-fbabdfe3cb15" providerId="ADAL" clId="{5AE39F2C-81A8-4C0F-81FC-B50C26DA86FB}" dt="2025-08-20T20:18:06.420" v="8491" actId="20577"/>
          <ac:spMkLst>
            <pc:docMk/>
            <pc:sldMk cId="2751736750" sldId="270"/>
            <ac:spMk id="7" creationId="{08C54586-CCBF-8784-C193-60056BEA0373}"/>
          </ac:spMkLst>
        </pc:spChg>
        <pc:picChg chg="add mod">
          <ac:chgData name="Tolu Ale" userId="67e1466a-200e-4173-bdde-fbabdfe3cb15" providerId="ADAL" clId="{5AE39F2C-81A8-4C0F-81FC-B50C26DA86FB}" dt="2025-08-19T16:13:39.189" v="8192" actId="1076"/>
          <ac:picMkLst>
            <pc:docMk/>
            <pc:sldMk cId="2751736750" sldId="270"/>
            <ac:picMk id="9" creationId="{2C5B6548-CDE9-6C96-6007-C3C0E35D875D}"/>
          </ac:picMkLst>
        </pc:picChg>
      </pc:sldChg>
      <pc:sldChg chg="addSp delSp modSp mod addAnim delAnim modAnim modNotesTx">
        <pc:chgData name="Tolu Ale" userId="67e1466a-200e-4173-bdde-fbabdfe3cb15" providerId="ADAL" clId="{5AE39F2C-81A8-4C0F-81FC-B50C26DA86FB}" dt="2025-08-20T21:08:14.641" v="8507"/>
        <pc:sldMkLst>
          <pc:docMk/>
          <pc:sldMk cId="530781" sldId="271"/>
        </pc:sldMkLst>
        <pc:picChg chg="add mod">
          <ac:chgData name="Tolu Ale" userId="67e1466a-200e-4173-bdde-fbabdfe3cb15" providerId="ADAL" clId="{5AE39F2C-81A8-4C0F-81FC-B50C26DA86FB}" dt="2025-08-15T22:41:18.987" v="2509"/>
          <ac:picMkLst>
            <pc:docMk/>
            <pc:sldMk cId="530781" sldId="271"/>
            <ac:picMk id="3" creationId="{F3512C3D-C48E-F5FC-87D3-01E47921ADD1}"/>
          </ac:picMkLst>
        </pc:picChg>
        <pc:picChg chg="mod">
          <ac:chgData name="Tolu Ale" userId="67e1466a-200e-4173-bdde-fbabdfe3cb15" providerId="ADAL" clId="{5AE39F2C-81A8-4C0F-81FC-B50C26DA86FB}" dt="2025-08-20T21:07:41.687" v="8505" actId="1076"/>
          <ac:picMkLst>
            <pc:docMk/>
            <pc:sldMk cId="530781" sldId="271"/>
            <ac:picMk id="4" creationId="{BF93F313-EF23-2AD0-886D-D166D606D635}"/>
          </ac:picMkLst>
        </pc:picChg>
        <pc:picChg chg="mod">
          <ac:chgData name="Tolu Ale" userId="67e1466a-200e-4173-bdde-fbabdfe3cb15" providerId="ADAL" clId="{5AE39F2C-81A8-4C0F-81FC-B50C26DA86FB}" dt="2025-08-18T16:15:12.620" v="7914" actId="1076"/>
          <ac:picMkLst>
            <pc:docMk/>
            <pc:sldMk cId="530781" sldId="271"/>
            <ac:picMk id="9" creationId="{4BD347F0-9557-CDEF-CD54-FCF74BFEE2E9}"/>
          </ac:picMkLst>
        </pc:picChg>
        <pc:picChg chg="add del mod">
          <ac:chgData name="Tolu Ale" userId="67e1466a-200e-4173-bdde-fbabdfe3cb15" providerId="ADAL" clId="{5AE39F2C-81A8-4C0F-81FC-B50C26DA86FB}" dt="2025-08-20T19:31:55.386" v="8245" actId="478"/>
          <ac:picMkLst>
            <pc:docMk/>
            <pc:sldMk cId="530781" sldId="271"/>
            <ac:picMk id="14" creationId="{9A6FBC11-C301-A2C9-938C-F0AB38A78F44}"/>
          </ac:picMkLst>
        </pc:picChg>
      </pc:sldChg>
      <pc:sldChg chg="del">
        <pc:chgData name="Tolu Ale" userId="67e1466a-200e-4173-bdde-fbabdfe3cb15" providerId="ADAL" clId="{5AE39F2C-81A8-4C0F-81FC-B50C26DA86FB}" dt="2025-08-21T22:53:54.360" v="8514" actId="2696"/>
        <pc:sldMkLst>
          <pc:docMk/>
          <pc:sldMk cId="1354751962" sldId="272"/>
        </pc:sldMkLst>
      </pc:sldChg>
      <pc:sldChg chg="addSp delSp modSp mod setBg modAnim">
        <pc:chgData name="Tolu Ale" userId="67e1466a-200e-4173-bdde-fbabdfe3cb15" providerId="ADAL" clId="{5AE39F2C-81A8-4C0F-81FC-B50C26DA86FB}" dt="2025-08-18T16:33:31.006" v="7949" actId="20577"/>
        <pc:sldMkLst>
          <pc:docMk/>
          <pc:sldMk cId="2102807308" sldId="274"/>
        </pc:sldMkLst>
        <pc:spChg chg="mod">
          <ac:chgData name="Tolu Ale" userId="67e1466a-200e-4173-bdde-fbabdfe3cb15" providerId="ADAL" clId="{5AE39F2C-81A8-4C0F-81FC-B50C26DA86FB}" dt="2025-08-15T22:54:39.952" v="2534" actId="14100"/>
          <ac:spMkLst>
            <pc:docMk/>
            <pc:sldMk cId="2102807308" sldId="274"/>
            <ac:spMk id="2" creationId="{E1F9C3CB-9909-375A-09E0-4A51EB208358}"/>
          </ac:spMkLst>
        </pc:spChg>
        <pc:spChg chg="mod">
          <ac:chgData name="Tolu Ale" userId="67e1466a-200e-4173-bdde-fbabdfe3cb15" providerId="ADAL" clId="{5AE39F2C-81A8-4C0F-81FC-B50C26DA86FB}" dt="2025-08-18T16:33:31.006" v="7949" actId="20577"/>
          <ac:spMkLst>
            <pc:docMk/>
            <pc:sldMk cId="2102807308" sldId="274"/>
            <ac:spMk id="3" creationId="{3404C52C-035E-C631-147E-22061522AD71}"/>
          </ac:spMkLst>
        </pc:spChg>
        <pc:spChg chg="add">
          <ac:chgData name="Tolu Ale" userId="67e1466a-200e-4173-bdde-fbabdfe3cb15" providerId="ADAL" clId="{5AE39F2C-81A8-4C0F-81FC-B50C26DA86FB}" dt="2025-08-15T22:54:32.708" v="2533" actId="26606"/>
          <ac:spMkLst>
            <pc:docMk/>
            <pc:sldMk cId="2102807308" sldId="274"/>
            <ac:spMk id="19" creationId="{743AA782-23D1-4521-8CAD-47662984AA08}"/>
          </ac:spMkLst>
        </pc:spChg>
        <pc:spChg chg="add">
          <ac:chgData name="Tolu Ale" userId="67e1466a-200e-4173-bdde-fbabdfe3cb15" providerId="ADAL" clId="{5AE39F2C-81A8-4C0F-81FC-B50C26DA86FB}" dt="2025-08-15T22:54:32.708" v="2533" actId="26606"/>
          <ac:spMkLst>
            <pc:docMk/>
            <pc:sldMk cId="2102807308" sldId="274"/>
            <ac:spMk id="21" creationId="{650D18FE-0824-4A46-B22C-A86B52E5780A}"/>
          </ac:spMkLst>
        </pc:spChg>
        <pc:picChg chg="add mod">
          <ac:chgData name="Tolu Ale" userId="67e1466a-200e-4173-bdde-fbabdfe3cb15" providerId="ADAL" clId="{5AE39F2C-81A8-4C0F-81FC-B50C26DA86FB}" dt="2025-08-15T22:50:45.595" v="2517"/>
          <ac:picMkLst>
            <pc:docMk/>
            <pc:sldMk cId="2102807308" sldId="274"/>
            <ac:picMk id="4" creationId="{E99873EE-9966-B56F-9440-890477787494}"/>
          </ac:picMkLst>
        </pc:picChg>
        <pc:picChg chg="mod">
          <ac:chgData name="Tolu Ale" userId="67e1466a-200e-4173-bdde-fbabdfe3cb15" providerId="ADAL" clId="{5AE39F2C-81A8-4C0F-81FC-B50C26DA86FB}" dt="2025-08-15T22:54:51.322" v="2535" actId="14100"/>
          <ac:picMkLst>
            <pc:docMk/>
            <pc:sldMk cId="2102807308" sldId="274"/>
            <ac:picMk id="5" creationId="{46CBF6C6-5362-C663-C077-6006DE819764}"/>
          </ac:picMkLst>
        </pc:picChg>
      </pc:sldChg>
      <pc:sldChg chg="addSp delSp modSp mod setBg delAnim">
        <pc:chgData name="Tolu Ale" userId="67e1466a-200e-4173-bdde-fbabdfe3cb15" providerId="ADAL" clId="{5AE39F2C-81A8-4C0F-81FC-B50C26DA86FB}" dt="2025-08-18T04:51:54.684" v="7284"/>
        <pc:sldMkLst>
          <pc:docMk/>
          <pc:sldMk cId="4226655174" sldId="275"/>
        </pc:sldMkLst>
        <pc:spChg chg="mod">
          <ac:chgData name="Tolu Ale" userId="67e1466a-200e-4173-bdde-fbabdfe3cb15" providerId="ADAL" clId="{5AE39F2C-81A8-4C0F-81FC-B50C26DA86FB}" dt="2025-08-15T15:25:39.447" v="9" actId="26606"/>
          <ac:spMkLst>
            <pc:docMk/>
            <pc:sldMk cId="4226655174" sldId="275"/>
            <ac:spMk id="2" creationId="{745749DC-536C-8A84-C110-2077ABB39CFF}"/>
          </ac:spMkLst>
        </pc:spChg>
        <pc:spChg chg="mod">
          <ac:chgData name="Tolu Ale" userId="67e1466a-200e-4173-bdde-fbabdfe3cb15" providerId="ADAL" clId="{5AE39F2C-81A8-4C0F-81FC-B50C26DA86FB}" dt="2025-08-15T22:18:33.365" v="2202" actId="20577"/>
          <ac:spMkLst>
            <pc:docMk/>
            <pc:sldMk cId="4226655174" sldId="275"/>
            <ac:spMk id="4" creationId="{9E181A67-FD8E-4597-C5F3-63C30AA28057}"/>
          </ac:spMkLst>
        </pc:spChg>
        <pc:picChg chg="add mod">
          <ac:chgData name="Tolu Ale" userId="67e1466a-200e-4173-bdde-fbabdfe3cb15" providerId="ADAL" clId="{5AE39F2C-81A8-4C0F-81FC-B50C26DA86FB}" dt="2025-08-18T04:51:54.684" v="7284"/>
          <ac:picMkLst>
            <pc:docMk/>
            <pc:sldMk cId="4226655174" sldId="275"/>
            <ac:picMk id="5" creationId="{245BBD69-C969-692A-FB6C-9ED1440FDB32}"/>
          </ac:picMkLst>
        </pc:picChg>
        <pc:picChg chg="mod">
          <ac:chgData name="Tolu Ale" userId="67e1466a-200e-4173-bdde-fbabdfe3cb15" providerId="ADAL" clId="{5AE39F2C-81A8-4C0F-81FC-B50C26DA86FB}" dt="2025-08-15T15:33:40.634" v="42" actId="1076"/>
          <ac:picMkLst>
            <pc:docMk/>
            <pc:sldMk cId="4226655174" sldId="275"/>
            <ac:picMk id="7" creationId="{122FC1EC-2F19-1AB8-1666-7E28DFDB2595}"/>
          </ac:picMkLst>
        </pc:picChg>
      </pc:sldChg>
      <pc:sldChg chg="addSp modSp mod setBg modNotesTx">
        <pc:chgData name="Tolu Ale" userId="67e1466a-200e-4173-bdde-fbabdfe3cb15" providerId="ADAL" clId="{5AE39F2C-81A8-4C0F-81FC-B50C26DA86FB}" dt="2025-08-18T16:12:09.707" v="7899" actId="20577"/>
        <pc:sldMkLst>
          <pc:docMk/>
          <pc:sldMk cId="2901620923" sldId="276"/>
        </pc:sldMkLst>
        <pc:spChg chg="mod">
          <ac:chgData name="Tolu Ale" userId="67e1466a-200e-4173-bdde-fbabdfe3cb15" providerId="ADAL" clId="{5AE39F2C-81A8-4C0F-81FC-B50C26DA86FB}" dt="2025-08-15T15:39:50.876" v="74" actId="26606"/>
          <ac:spMkLst>
            <pc:docMk/>
            <pc:sldMk cId="2901620923" sldId="276"/>
            <ac:spMk id="4" creationId="{FCAE665F-FCA2-4BA4-B226-9BBF3565822E}"/>
          </ac:spMkLst>
        </pc:spChg>
        <pc:spChg chg="add">
          <ac:chgData name="Tolu Ale" userId="67e1466a-200e-4173-bdde-fbabdfe3cb15" providerId="ADAL" clId="{5AE39F2C-81A8-4C0F-81FC-B50C26DA86FB}" dt="2025-08-15T15:39:50.876" v="74" actId="26606"/>
          <ac:spMkLst>
            <pc:docMk/>
            <pc:sldMk cId="2901620923" sldId="276"/>
            <ac:spMk id="20" creationId="{2E442304-DDBD-4F7B-8017-36BCC863FB40}"/>
          </ac:spMkLst>
        </pc:spChg>
        <pc:spChg chg="add">
          <ac:chgData name="Tolu Ale" userId="67e1466a-200e-4173-bdde-fbabdfe3cb15" providerId="ADAL" clId="{5AE39F2C-81A8-4C0F-81FC-B50C26DA86FB}" dt="2025-08-15T15:39:50.876" v="74" actId="26606"/>
          <ac:spMkLst>
            <pc:docMk/>
            <pc:sldMk cId="2901620923" sldId="276"/>
            <ac:spMk id="22" creationId="{5E107275-3853-46FD-A241-DE4355A42675}"/>
          </ac:spMkLst>
        </pc:spChg>
        <pc:grpChg chg="add mod">
          <ac:chgData name="Tolu Ale" userId="67e1466a-200e-4173-bdde-fbabdfe3cb15" providerId="ADAL" clId="{5AE39F2C-81A8-4C0F-81FC-B50C26DA86FB}" dt="2025-08-15T15:39:50.876" v="74" actId="26606"/>
          <ac:grpSpMkLst>
            <pc:docMk/>
            <pc:sldMk cId="2901620923" sldId="276"/>
            <ac:grpSpMk id="6" creationId="{FC6D99E2-06A4-1D9A-F61C-1B749BE0D4FF}"/>
          </ac:grpSpMkLst>
        </pc:grpChg>
        <pc:picChg chg="add mod">
          <ac:chgData name="Tolu Ale" userId="67e1466a-200e-4173-bdde-fbabdfe3cb15" providerId="ADAL" clId="{5AE39F2C-81A8-4C0F-81FC-B50C26DA86FB}" dt="2025-08-15T22:41:15.449" v="2508"/>
          <ac:picMkLst>
            <pc:docMk/>
            <pc:sldMk cId="2901620923" sldId="276"/>
            <ac:picMk id="2" creationId="{71048839-3D26-73A8-6794-02197F002C97}"/>
          </ac:picMkLst>
        </pc:picChg>
      </pc:sldChg>
      <pc:sldChg chg="addSp delSp modSp mod modAnim modNotes modNotesTx">
        <pc:chgData name="Tolu Ale" userId="67e1466a-200e-4173-bdde-fbabdfe3cb15" providerId="ADAL" clId="{5AE39F2C-81A8-4C0F-81FC-B50C26DA86FB}" dt="2025-08-18T20:47:50.792" v="8078" actId="1035"/>
        <pc:sldMkLst>
          <pc:docMk/>
          <pc:sldMk cId="484796507" sldId="277"/>
        </pc:sldMkLst>
        <pc:spChg chg="mod">
          <ac:chgData name="Tolu Ale" userId="67e1466a-200e-4173-bdde-fbabdfe3cb15" providerId="ADAL" clId="{5AE39F2C-81A8-4C0F-81FC-B50C26DA86FB}" dt="2025-08-18T01:31:42.132" v="6097" actId="26606"/>
          <ac:spMkLst>
            <pc:docMk/>
            <pc:sldMk cId="484796507" sldId="277"/>
            <ac:spMk id="2" creationId="{ABDCEC86-F5C3-E490-3349-0535D67D40E3}"/>
          </ac:spMkLst>
        </pc:spChg>
        <pc:spChg chg="mod ord">
          <ac:chgData name="Tolu Ale" userId="67e1466a-200e-4173-bdde-fbabdfe3cb15" providerId="ADAL" clId="{5AE39F2C-81A8-4C0F-81FC-B50C26DA86FB}" dt="2025-08-18T01:32:47.561" v="6180" actId="113"/>
          <ac:spMkLst>
            <pc:docMk/>
            <pc:sldMk cId="484796507" sldId="277"/>
            <ac:spMk id="3" creationId="{989A2D04-D571-E13A-1122-C408A113AEBB}"/>
          </ac:spMkLst>
        </pc:spChg>
        <pc:spChg chg="add">
          <ac:chgData name="Tolu Ale" userId="67e1466a-200e-4173-bdde-fbabdfe3cb15" providerId="ADAL" clId="{5AE39F2C-81A8-4C0F-81FC-B50C26DA86FB}" dt="2025-08-18T01:31:42.132" v="6097" actId="26606"/>
          <ac:spMkLst>
            <pc:docMk/>
            <pc:sldMk cId="484796507" sldId="277"/>
            <ac:spMk id="39" creationId="{5EBC18B6-E5C3-4AD1-97A4-E6A3477A0BB9}"/>
          </ac:spMkLst>
        </pc:spChg>
        <pc:spChg chg="add">
          <ac:chgData name="Tolu Ale" userId="67e1466a-200e-4173-bdde-fbabdfe3cb15" providerId="ADAL" clId="{5AE39F2C-81A8-4C0F-81FC-B50C26DA86FB}" dt="2025-08-18T01:31:42.132" v="6097" actId="26606"/>
          <ac:spMkLst>
            <pc:docMk/>
            <pc:sldMk cId="484796507" sldId="277"/>
            <ac:spMk id="41" creationId="{136A4AB6-B72B-4CC6-ADCF-BE807B6C3D71}"/>
          </ac:spMkLst>
        </pc:spChg>
        <pc:spChg chg="add">
          <ac:chgData name="Tolu Ale" userId="67e1466a-200e-4173-bdde-fbabdfe3cb15" providerId="ADAL" clId="{5AE39F2C-81A8-4C0F-81FC-B50C26DA86FB}" dt="2025-08-18T01:31:42.132" v="6097" actId="26606"/>
          <ac:spMkLst>
            <pc:docMk/>
            <pc:sldMk cId="484796507" sldId="277"/>
            <ac:spMk id="43" creationId="{B35D540D-9486-4236-952A-F72DC52D79BF}"/>
          </ac:spMkLst>
        </pc:spChg>
        <pc:picChg chg="mod ord">
          <ac:chgData name="Tolu Ale" userId="67e1466a-200e-4173-bdde-fbabdfe3cb15" providerId="ADAL" clId="{5AE39F2C-81A8-4C0F-81FC-B50C26DA86FB}" dt="2025-08-18T20:47:50.792" v="8078" actId="1035"/>
          <ac:picMkLst>
            <pc:docMk/>
            <pc:sldMk cId="484796507" sldId="277"/>
            <ac:picMk id="5" creationId="{4AAF008F-F4B1-B6F2-C5BD-4846851B4823}"/>
          </ac:picMkLst>
        </pc:picChg>
        <pc:picChg chg="mod">
          <ac:chgData name="Tolu Ale" userId="67e1466a-200e-4173-bdde-fbabdfe3cb15" providerId="ADAL" clId="{5AE39F2C-81A8-4C0F-81FC-B50C26DA86FB}" dt="2025-08-18T01:31:42.132" v="6097" actId="26606"/>
          <ac:picMkLst>
            <pc:docMk/>
            <pc:sldMk cId="484796507" sldId="277"/>
            <ac:picMk id="6" creationId="{42477916-E526-826D-C90C-53F5DCE9FA76}"/>
          </ac:picMkLst>
        </pc:picChg>
        <pc:picChg chg="mod">
          <ac:chgData name="Tolu Ale" userId="67e1466a-200e-4173-bdde-fbabdfe3cb15" providerId="ADAL" clId="{5AE39F2C-81A8-4C0F-81FC-B50C26DA86FB}" dt="2025-08-18T03:28:51.592" v="6331" actId="1076"/>
          <ac:picMkLst>
            <pc:docMk/>
            <pc:sldMk cId="484796507" sldId="277"/>
            <ac:picMk id="8" creationId="{C7A1F6D6-D70F-F414-AC62-380EE98A6C42}"/>
          </ac:picMkLst>
        </pc:picChg>
      </pc:sldChg>
      <pc:sldChg chg="addSp delSp modSp mod modAnim modNotesTx">
        <pc:chgData name="Tolu Ale" userId="67e1466a-200e-4173-bdde-fbabdfe3cb15" providerId="ADAL" clId="{5AE39F2C-81A8-4C0F-81FC-B50C26DA86FB}" dt="2025-08-18T05:07:50.024" v="7468" actId="20577"/>
        <pc:sldMkLst>
          <pc:docMk/>
          <pc:sldMk cId="3268895617" sldId="278"/>
        </pc:sldMkLst>
        <pc:spChg chg="mod">
          <ac:chgData name="Tolu Ale" userId="67e1466a-200e-4173-bdde-fbabdfe3cb15" providerId="ADAL" clId="{5AE39F2C-81A8-4C0F-81FC-B50C26DA86FB}" dt="2025-08-18T01:32:17.345" v="6177" actId="20577"/>
          <ac:spMkLst>
            <pc:docMk/>
            <pc:sldMk cId="3268895617" sldId="278"/>
            <ac:spMk id="2" creationId="{E6E8F160-42F4-2DEC-6B9E-611ED417F271}"/>
          </ac:spMkLst>
        </pc:spChg>
        <pc:spChg chg="mod">
          <ac:chgData name="Tolu Ale" userId="67e1466a-200e-4173-bdde-fbabdfe3cb15" providerId="ADAL" clId="{5AE39F2C-81A8-4C0F-81FC-B50C26DA86FB}" dt="2025-08-18T01:32:25.900" v="6178" actId="113"/>
          <ac:spMkLst>
            <pc:docMk/>
            <pc:sldMk cId="3268895617" sldId="278"/>
            <ac:spMk id="3" creationId="{A83BC59A-62C5-252B-1B36-A8043E9E49B8}"/>
          </ac:spMkLst>
        </pc:spChg>
        <pc:spChg chg="add">
          <ac:chgData name="Tolu Ale" userId="67e1466a-200e-4173-bdde-fbabdfe3cb15" providerId="ADAL" clId="{5AE39F2C-81A8-4C0F-81FC-B50C26DA86FB}" dt="2025-08-15T15:38:24.638" v="69" actId="26606"/>
          <ac:spMkLst>
            <pc:docMk/>
            <pc:sldMk cId="3268895617" sldId="278"/>
            <ac:spMk id="30" creationId="{C0763A76-9F1C-4FC5-82B7-DD475DA461B2}"/>
          </ac:spMkLst>
        </pc:spChg>
        <pc:spChg chg="add">
          <ac:chgData name="Tolu Ale" userId="67e1466a-200e-4173-bdde-fbabdfe3cb15" providerId="ADAL" clId="{5AE39F2C-81A8-4C0F-81FC-B50C26DA86FB}" dt="2025-08-15T15:38:24.638" v="69" actId="26606"/>
          <ac:spMkLst>
            <pc:docMk/>
            <pc:sldMk cId="3268895617" sldId="278"/>
            <ac:spMk id="32" creationId="{E81BF4F6-F2CF-4984-9D14-D6966D92F99F}"/>
          </ac:spMkLst>
        </pc:spChg>
        <pc:picChg chg="mod">
          <ac:chgData name="Tolu Ale" userId="67e1466a-200e-4173-bdde-fbabdfe3cb15" providerId="ADAL" clId="{5AE39F2C-81A8-4C0F-81FC-B50C26DA86FB}" dt="2025-08-15T15:38:41.454" v="72" actId="1076"/>
          <ac:picMkLst>
            <pc:docMk/>
            <pc:sldMk cId="3268895617" sldId="278"/>
            <ac:picMk id="5" creationId="{5C5A17A1-D8A9-D7C6-8740-39C4CC78DE55}"/>
          </ac:picMkLst>
        </pc:picChg>
        <pc:picChg chg="add mod">
          <ac:chgData name="Tolu Ale" userId="67e1466a-200e-4173-bdde-fbabdfe3cb15" providerId="ADAL" clId="{5AE39F2C-81A8-4C0F-81FC-B50C26DA86FB}" dt="2025-08-18T04:54:26.282" v="7286"/>
          <ac:picMkLst>
            <pc:docMk/>
            <pc:sldMk cId="3268895617" sldId="278"/>
            <ac:picMk id="7" creationId="{0051C7BE-56A0-6B1C-F722-AEC4859AB587}"/>
          </ac:picMkLst>
        </pc:picChg>
      </pc:sldChg>
      <pc:sldChg chg="addSp delSp modSp mod setBg">
        <pc:chgData name="Tolu Ale" userId="67e1466a-200e-4173-bdde-fbabdfe3cb15" providerId="ADAL" clId="{5AE39F2C-81A8-4C0F-81FC-B50C26DA86FB}" dt="2025-08-15T22:52:39.555" v="2526" actId="26606"/>
        <pc:sldMkLst>
          <pc:docMk/>
          <pc:sldMk cId="3150086748" sldId="279"/>
        </pc:sldMkLst>
        <pc:spChg chg="mod">
          <ac:chgData name="Tolu Ale" userId="67e1466a-200e-4173-bdde-fbabdfe3cb15" providerId="ADAL" clId="{5AE39F2C-81A8-4C0F-81FC-B50C26DA86FB}" dt="2025-08-15T22:52:39.555" v="2526" actId="26606"/>
          <ac:spMkLst>
            <pc:docMk/>
            <pc:sldMk cId="3150086748" sldId="279"/>
            <ac:spMk id="2" creationId="{BB3D4202-CC84-A5FD-A2FF-95DF699F1572}"/>
          </ac:spMkLst>
        </pc:spChg>
        <pc:spChg chg="add">
          <ac:chgData name="Tolu Ale" userId="67e1466a-200e-4173-bdde-fbabdfe3cb15" providerId="ADAL" clId="{5AE39F2C-81A8-4C0F-81FC-B50C26DA86FB}" dt="2025-08-15T22:52:39.555" v="2526" actId="26606"/>
          <ac:spMkLst>
            <pc:docMk/>
            <pc:sldMk cId="3150086748" sldId="279"/>
            <ac:spMk id="22" creationId="{C4879EFC-8E62-4E00-973C-C45EE9EC676D}"/>
          </ac:spMkLst>
        </pc:spChg>
        <pc:spChg chg="add">
          <ac:chgData name="Tolu Ale" userId="67e1466a-200e-4173-bdde-fbabdfe3cb15" providerId="ADAL" clId="{5AE39F2C-81A8-4C0F-81FC-B50C26DA86FB}" dt="2025-08-15T22:52:39.555" v="2526" actId="26606"/>
          <ac:spMkLst>
            <pc:docMk/>
            <pc:sldMk cId="3150086748" sldId="279"/>
            <ac:spMk id="23" creationId="{D6A9C53F-5F90-40A5-8C85-5412D39C8C68}"/>
          </ac:spMkLst>
        </pc:spChg>
        <pc:picChg chg="add mod">
          <ac:chgData name="Tolu Ale" userId="67e1466a-200e-4173-bdde-fbabdfe3cb15" providerId="ADAL" clId="{5AE39F2C-81A8-4C0F-81FC-B50C26DA86FB}" dt="2025-08-15T22:52:39.555" v="2526" actId="26606"/>
          <ac:picMkLst>
            <pc:docMk/>
            <pc:sldMk cId="3150086748" sldId="279"/>
            <ac:picMk id="4" creationId="{AD99C71D-C18C-C990-8D78-A6B39392E7FA}"/>
          </ac:picMkLst>
        </pc:picChg>
        <pc:picChg chg="add mod">
          <ac:chgData name="Tolu Ale" userId="67e1466a-200e-4173-bdde-fbabdfe3cb15" providerId="ADAL" clId="{5AE39F2C-81A8-4C0F-81FC-B50C26DA86FB}" dt="2025-08-15T22:52:39.555" v="2526" actId="26606"/>
          <ac:picMkLst>
            <pc:docMk/>
            <pc:sldMk cId="3150086748" sldId="279"/>
            <ac:picMk id="5" creationId="{E83D26A6-5777-BAA1-582F-2F909B250DDF}"/>
          </ac:picMkLst>
        </pc:picChg>
      </pc:sldChg>
      <pc:sldChg chg="addSp delSp modSp new mod ord setBg">
        <pc:chgData name="Tolu Ale" userId="67e1466a-200e-4173-bdde-fbabdfe3cb15" providerId="ADAL" clId="{5AE39F2C-81A8-4C0F-81FC-B50C26DA86FB}" dt="2025-08-15T19:49:18.520" v="613" actId="26606"/>
        <pc:sldMkLst>
          <pc:docMk/>
          <pc:sldMk cId="291352105" sldId="280"/>
        </pc:sldMkLst>
        <pc:spChg chg="mod">
          <ac:chgData name="Tolu Ale" userId="67e1466a-200e-4173-bdde-fbabdfe3cb15" providerId="ADAL" clId="{5AE39F2C-81A8-4C0F-81FC-B50C26DA86FB}" dt="2025-08-15T19:49:18.520" v="613" actId="26606"/>
          <ac:spMkLst>
            <pc:docMk/>
            <pc:sldMk cId="291352105" sldId="280"/>
            <ac:spMk id="2" creationId="{F94E8F07-0C71-227E-A174-DCB3C8AF556F}"/>
          </ac:spMkLst>
        </pc:spChg>
        <pc:spChg chg="add">
          <ac:chgData name="Tolu Ale" userId="67e1466a-200e-4173-bdde-fbabdfe3cb15" providerId="ADAL" clId="{5AE39F2C-81A8-4C0F-81FC-B50C26DA86FB}" dt="2025-08-15T19:49:18.520" v="613" actId="26606"/>
          <ac:spMkLst>
            <pc:docMk/>
            <pc:sldMk cId="291352105" sldId="280"/>
            <ac:spMk id="21" creationId="{BACC6370-2D7E-4714-9D71-7542949D7D5D}"/>
          </ac:spMkLst>
        </pc:spChg>
        <pc:spChg chg="add">
          <ac:chgData name="Tolu Ale" userId="67e1466a-200e-4173-bdde-fbabdfe3cb15" providerId="ADAL" clId="{5AE39F2C-81A8-4C0F-81FC-B50C26DA86FB}" dt="2025-08-15T19:49:18.520" v="613" actId="26606"/>
          <ac:spMkLst>
            <pc:docMk/>
            <pc:sldMk cId="291352105" sldId="280"/>
            <ac:spMk id="22" creationId="{F68B3F68-107C-434F-AA38-110D5EA91B85}"/>
          </ac:spMkLst>
        </pc:spChg>
        <pc:spChg chg="add">
          <ac:chgData name="Tolu Ale" userId="67e1466a-200e-4173-bdde-fbabdfe3cb15" providerId="ADAL" clId="{5AE39F2C-81A8-4C0F-81FC-B50C26DA86FB}" dt="2025-08-15T19:49:18.520" v="613" actId="26606"/>
          <ac:spMkLst>
            <pc:docMk/>
            <pc:sldMk cId="291352105" sldId="280"/>
            <ac:spMk id="23" creationId="{AAD0DBB9-1A4B-4391-81D4-CB19F9AB918A}"/>
          </ac:spMkLst>
        </pc:spChg>
        <pc:spChg chg="add">
          <ac:chgData name="Tolu Ale" userId="67e1466a-200e-4173-bdde-fbabdfe3cb15" providerId="ADAL" clId="{5AE39F2C-81A8-4C0F-81FC-B50C26DA86FB}" dt="2025-08-15T19:49:18.520" v="613" actId="26606"/>
          <ac:spMkLst>
            <pc:docMk/>
            <pc:sldMk cId="291352105" sldId="280"/>
            <ac:spMk id="24" creationId="{063BBA22-50EA-4C4D-BE05-F1CE4E63AA56}"/>
          </ac:spMkLst>
        </pc:spChg>
        <pc:graphicFrameChg chg="add">
          <ac:chgData name="Tolu Ale" userId="67e1466a-200e-4173-bdde-fbabdfe3cb15" providerId="ADAL" clId="{5AE39F2C-81A8-4C0F-81FC-B50C26DA86FB}" dt="2025-08-15T19:49:18.520" v="613" actId="26606"/>
          <ac:graphicFrameMkLst>
            <pc:docMk/>
            <pc:sldMk cId="291352105" sldId="280"/>
            <ac:graphicFrameMk id="25" creationId="{5B75288A-C011-69EE-6E0E-D02CF08370F3}"/>
          </ac:graphicFrameMkLst>
        </pc:graphicFrameChg>
      </pc:sldChg>
      <pc:sldChg chg="addSp delSp modSp new mod setBg modNotesTx">
        <pc:chgData name="Tolu Ale" userId="67e1466a-200e-4173-bdde-fbabdfe3cb15" providerId="ADAL" clId="{5AE39F2C-81A8-4C0F-81FC-B50C26DA86FB}" dt="2025-08-17T23:28:54.082" v="5808" actId="27614"/>
        <pc:sldMkLst>
          <pc:docMk/>
          <pc:sldMk cId="2357131600" sldId="281"/>
        </pc:sldMkLst>
        <pc:spChg chg="mod">
          <ac:chgData name="Tolu Ale" userId="67e1466a-200e-4173-bdde-fbabdfe3cb15" providerId="ADAL" clId="{5AE39F2C-81A8-4C0F-81FC-B50C26DA86FB}" dt="2025-08-17T23:28:45.372" v="5806" actId="26606"/>
          <ac:spMkLst>
            <pc:docMk/>
            <pc:sldMk cId="2357131600" sldId="281"/>
            <ac:spMk id="2" creationId="{5B224FC1-8191-6D15-2FAC-41E59BA1093F}"/>
          </ac:spMkLst>
        </pc:spChg>
        <pc:spChg chg="mod ord">
          <ac:chgData name="Tolu Ale" userId="67e1466a-200e-4173-bdde-fbabdfe3cb15" providerId="ADAL" clId="{5AE39F2C-81A8-4C0F-81FC-B50C26DA86FB}" dt="2025-08-17T23:28:45.372" v="5806" actId="26606"/>
          <ac:spMkLst>
            <pc:docMk/>
            <pc:sldMk cId="2357131600" sldId="281"/>
            <ac:spMk id="3" creationId="{A879FDB8-E699-EAFF-88CA-65FC021FC042}"/>
          </ac:spMkLst>
        </pc:spChg>
        <pc:grpChg chg="add">
          <ac:chgData name="Tolu Ale" userId="67e1466a-200e-4173-bdde-fbabdfe3cb15" providerId="ADAL" clId="{5AE39F2C-81A8-4C0F-81FC-B50C26DA86FB}" dt="2025-08-17T23:28:45.372" v="5806" actId="26606"/>
          <ac:grpSpMkLst>
            <pc:docMk/>
            <pc:sldMk cId="2357131600" sldId="281"/>
            <ac:grpSpMk id="13" creationId="{31C49F18-8757-4E87-5C2E-9D6D7B82BA3B}"/>
          </ac:grpSpMkLst>
        </pc:grpChg>
        <pc:picChg chg="add mod">
          <ac:chgData name="Tolu Ale" userId="67e1466a-200e-4173-bdde-fbabdfe3cb15" providerId="ADAL" clId="{5AE39F2C-81A8-4C0F-81FC-B50C26DA86FB}" dt="2025-08-17T23:28:53.766" v="5807" actId="27614"/>
          <ac:picMkLst>
            <pc:docMk/>
            <pc:sldMk cId="2357131600" sldId="281"/>
            <ac:picMk id="9" creationId="{E2E2EC04-BD6F-10F3-1E9C-EBAC365723AC}"/>
          </ac:picMkLst>
        </pc:picChg>
        <pc:picChg chg="add mod">
          <ac:chgData name="Tolu Ale" userId="67e1466a-200e-4173-bdde-fbabdfe3cb15" providerId="ADAL" clId="{5AE39F2C-81A8-4C0F-81FC-B50C26DA86FB}" dt="2025-08-17T23:28:54.082" v="5808" actId="27614"/>
          <ac:picMkLst>
            <pc:docMk/>
            <pc:sldMk cId="2357131600" sldId="281"/>
            <ac:picMk id="11" creationId="{1CB0A993-C961-0408-0F25-7621F08E9323}"/>
          </ac:picMkLst>
        </pc:picChg>
      </pc:sldChg>
    </pc:docChg>
  </pc:docChgLst>
  <pc:docChgLst>
    <pc:chgData name="Seun Romiluyi" userId="S::seunromiluyi@microsoft.com::5957f496-598b-4a9f-b190-8615b1ac3b64" providerId="AD" clId="Web-{70BE8938-A926-6F26-C4D7-6A12CF2BE0AC}"/>
    <pc:docChg chg="modSld">
      <pc:chgData name="Seun Romiluyi" userId="S::seunromiluyi@microsoft.com::5957f496-598b-4a9f-b190-8615b1ac3b64" providerId="AD" clId="Web-{70BE8938-A926-6F26-C4D7-6A12CF2BE0AC}" dt="2025-08-18T18:26:29.525" v="4" actId="20577"/>
      <pc:docMkLst>
        <pc:docMk/>
      </pc:docMkLst>
      <pc:sldChg chg="modSp">
        <pc:chgData name="Seun Romiluyi" userId="S::seunromiluyi@microsoft.com::5957f496-598b-4a9f-b190-8615b1ac3b64" providerId="AD" clId="Web-{70BE8938-A926-6F26-C4D7-6A12CF2BE0AC}" dt="2025-08-18T18:26:29.525" v="4" actId="20577"/>
        <pc:sldMkLst>
          <pc:docMk/>
          <pc:sldMk cId="4044656747" sldId="259"/>
        </pc:sldMkLst>
        <pc:spChg chg="mod">
          <ac:chgData name="Seun Romiluyi" userId="S::seunromiluyi@microsoft.com::5957f496-598b-4a9f-b190-8615b1ac3b64" providerId="AD" clId="Web-{70BE8938-A926-6F26-C4D7-6A12CF2BE0AC}" dt="2025-08-18T18:26:29.525" v="4" actId="20577"/>
          <ac:spMkLst>
            <pc:docMk/>
            <pc:sldMk cId="4044656747" sldId="259"/>
            <ac:spMk id="5" creationId="{CFD6F7CB-0C4C-1897-816C-0C82D82C2190}"/>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DE9F98-5F2D-49D2-91C5-DDB84679E32B}"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B68701B6-DB4B-464D-82D4-3C0905B62F03}">
      <dgm:prSet/>
      <dgm:spPr/>
      <dgm:t>
        <a:bodyPr/>
        <a:lstStyle/>
        <a:p>
          <a:r>
            <a:rPr lang="en-US"/>
            <a:t>Project Overview</a:t>
          </a:r>
        </a:p>
      </dgm:t>
    </dgm:pt>
    <dgm:pt modelId="{2317E499-A81D-4073-97E5-6D178999B7E3}" type="parTrans" cxnId="{76E7B5AF-E029-4C55-9B03-427BF6999134}">
      <dgm:prSet/>
      <dgm:spPr/>
      <dgm:t>
        <a:bodyPr/>
        <a:lstStyle/>
        <a:p>
          <a:endParaRPr lang="en-US"/>
        </a:p>
      </dgm:t>
    </dgm:pt>
    <dgm:pt modelId="{5FCA21E9-5BDE-4B96-BA63-E1D6E6AEB911}" type="sibTrans" cxnId="{76E7B5AF-E029-4C55-9B03-427BF6999134}">
      <dgm:prSet/>
      <dgm:spPr/>
      <dgm:t>
        <a:bodyPr/>
        <a:lstStyle/>
        <a:p>
          <a:endParaRPr lang="en-US"/>
        </a:p>
      </dgm:t>
    </dgm:pt>
    <dgm:pt modelId="{22CD004D-48D2-4FFF-A453-D698FAE31146}">
      <dgm:prSet/>
      <dgm:spPr/>
      <dgm:t>
        <a:bodyPr/>
        <a:lstStyle/>
        <a:p>
          <a:r>
            <a:rPr lang="en-US"/>
            <a:t>Demo</a:t>
          </a:r>
        </a:p>
      </dgm:t>
    </dgm:pt>
    <dgm:pt modelId="{75A177C4-7B4E-4E1D-B48D-B696F23AFA4D}" type="parTrans" cxnId="{D2C5405E-92DD-4649-A27D-F960EBBFFC4B}">
      <dgm:prSet/>
      <dgm:spPr/>
      <dgm:t>
        <a:bodyPr/>
        <a:lstStyle/>
        <a:p>
          <a:endParaRPr lang="en-US"/>
        </a:p>
      </dgm:t>
    </dgm:pt>
    <dgm:pt modelId="{849DE182-C1AD-4D1D-8C35-6F9A7FBADB1E}" type="sibTrans" cxnId="{D2C5405E-92DD-4649-A27D-F960EBBFFC4B}">
      <dgm:prSet/>
      <dgm:spPr/>
      <dgm:t>
        <a:bodyPr/>
        <a:lstStyle/>
        <a:p>
          <a:endParaRPr lang="en-US"/>
        </a:p>
      </dgm:t>
    </dgm:pt>
    <dgm:pt modelId="{673033F4-0B23-4BE5-B99B-5A55939CCF7D}">
      <dgm:prSet/>
      <dgm:spPr/>
      <dgm:t>
        <a:bodyPr/>
        <a:lstStyle/>
        <a:p>
          <a:r>
            <a:rPr lang="en-US"/>
            <a:t>Implementation</a:t>
          </a:r>
        </a:p>
      </dgm:t>
    </dgm:pt>
    <dgm:pt modelId="{D5536EE6-EA57-4F46-AE25-9D82F580A049}" type="parTrans" cxnId="{0C1197AD-986F-42E8-B621-EA10DC271CCE}">
      <dgm:prSet/>
      <dgm:spPr/>
      <dgm:t>
        <a:bodyPr/>
        <a:lstStyle/>
        <a:p>
          <a:endParaRPr lang="en-US"/>
        </a:p>
      </dgm:t>
    </dgm:pt>
    <dgm:pt modelId="{EBC94BDD-A484-422A-BD08-984757E17729}" type="sibTrans" cxnId="{0C1197AD-986F-42E8-B621-EA10DC271CCE}">
      <dgm:prSet/>
      <dgm:spPr/>
      <dgm:t>
        <a:bodyPr/>
        <a:lstStyle/>
        <a:p>
          <a:endParaRPr lang="en-US"/>
        </a:p>
      </dgm:t>
    </dgm:pt>
    <dgm:pt modelId="{8DD764BF-A5DC-4CDF-B9ED-F638F23391E8}">
      <dgm:prSet/>
      <dgm:spPr/>
      <dgm:t>
        <a:bodyPr/>
        <a:lstStyle/>
        <a:p>
          <a:r>
            <a:rPr lang="en-US"/>
            <a:t>Evaluation</a:t>
          </a:r>
        </a:p>
      </dgm:t>
    </dgm:pt>
    <dgm:pt modelId="{2F08D5A7-B1D9-4ADD-B897-511313FBD1BD}" type="parTrans" cxnId="{A54BB692-9A33-42D3-9A3A-55E5A131DD9E}">
      <dgm:prSet/>
      <dgm:spPr/>
      <dgm:t>
        <a:bodyPr/>
        <a:lstStyle/>
        <a:p>
          <a:endParaRPr lang="en-US"/>
        </a:p>
      </dgm:t>
    </dgm:pt>
    <dgm:pt modelId="{9BB70A4E-5DB2-42F3-9E7A-AB3BA1EBE3C8}" type="sibTrans" cxnId="{A54BB692-9A33-42D3-9A3A-55E5A131DD9E}">
      <dgm:prSet/>
      <dgm:spPr/>
      <dgm:t>
        <a:bodyPr/>
        <a:lstStyle/>
        <a:p>
          <a:endParaRPr lang="en-US"/>
        </a:p>
      </dgm:t>
    </dgm:pt>
    <dgm:pt modelId="{A471A110-C51E-49C0-875D-0B773F0FCDD2}" type="pres">
      <dgm:prSet presAssocID="{68DE9F98-5F2D-49D2-91C5-DDB84679E32B}" presName="root" presStyleCnt="0">
        <dgm:presLayoutVars>
          <dgm:dir/>
          <dgm:resizeHandles val="exact"/>
        </dgm:presLayoutVars>
      </dgm:prSet>
      <dgm:spPr/>
    </dgm:pt>
    <dgm:pt modelId="{4B05F850-A9E5-45F9-8730-33EEC03E19D8}" type="pres">
      <dgm:prSet presAssocID="{B68701B6-DB4B-464D-82D4-3C0905B62F03}" presName="compNode" presStyleCnt="0"/>
      <dgm:spPr/>
    </dgm:pt>
    <dgm:pt modelId="{2EEB7BE5-52A8-4E91-A713-D0CBBE69CD55}" type="pres">
      <dgm:prSet presAssocID="{B68701B6-DB4B-464D-82D4-3C0905B62F0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ew Team Project"/>
        </a:ext>
      </dgm:extLst>
    </dgm:pt>
    <dgm:pt modelId="{A7333ADC-264F-4AB0-88E6-D1014599B2E3}" type="pres">
      <dgm:prSet presAssocID="{B68701B6-DB4B-464D-82D4-3C0905B62F03}" presName="spaceRect" presStyleCnt="0"/>
      <dgm:spPr/>
    </dgm:pt>
    <dgm:pt modelId="{6113012B-B16C-438C-9F1D-DDDD8AA0A040}" type="pres">
      <dgm:prSet presAssocID="{B68701B6-DB4B-464D-82D4-3C0905B62F03}" presName="textRect" presStyleLbl="revTx" presStyleIdx="0" presStyleCnt="4">
        <dgm:presLayoutVars>
          <dgm:chMax val="1"/>
          <dgm:chPref val="1"/>
        </dgm:presLayoutVars>
      </dgm:prSet>
      <dgm:spPr/>
    </dgm:pt>
    <dgm:pt modelId="{04D68A4A-8172-4328-93E0-5B06F3F8705B}" type="pres">
      <dgm:prSet presAssocID="{5FCA21E9-5BDE-4B96-BA63-E1D6E6AEB911}" presName="sibTrans" presStyleCnt="0"/>
      <dgm:spPr/>
    </dgm:pt>
    <dgm:pt modelId="{8BFAE440-E705-4377-B472-CE14BE81212C}" type="pres">
      <dgm:prSet presAssocID="{22CD004D-48D2-4FFF-A453-D698FAE31146}" presName="compNode" presStyleCnt="0"/>
      <dgm:spPr/>
    </dgm:pt>
    <dgm:pt modelId="{2D82C17C-252D-458C-8B37-C3B652B2D407}" type="pres">
      <dgm:prSet presAssocID="{22CD004D-48D2-4FFF-A453-D698FAE3114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lbum"/>
        </a:ext>
      </dgm:extLst>
    </dgm:pt>
    <dgm:pt modelId="{F775F80D-12DB-4B3F-89F6-6A8CF4142E94}" type="pres">
      <dgm:prSet presAssocID="{22CD004D-48D2-4FFF-A453-D698FAE31146}" presName="spaceRect" presStyleCnt="0"/>
      <dgm:spPr/>
    </dgm:pt>
    <dgm:pt modelId="{6D2E7246-4922-45F9-AE33-DF487E7E4C37}" type="pres">
      <dgm:prSet presAssocID="{22CD004D-48D2-4FFF-A453-D698FAE31146}" presName="textRect" presStyleLbl="revTx" presStyleIdx="1" presStyleCnt="4">
        <dgm:presLayoutVars>
          <dgm:chMax val="1"/>
          <dgm:chPref val="1"/>
        </dgm:presLayoutVars>
      </dgm:prSet>
      <dgm:spPr/>
    </dgm:pt>
    <dgm:pt modelId="{07A999DF-D8F0-49D5-92AC-BE313A858C1D}" type="pres">
      <dgm:prSet presAssocID="{849DE182-C1AD-4D1D-8C35-6F9A7FBADB1E}" presName="sibTrans" presStyleCnt="0"/>
      <dgm:spPr/>
    </dgm:pt>
    <dgm:pt modelId="{F419861F-AA3F-4C24-BF9E-3FAEEA75EBEF}" type="pres">
      <dgm:prSet presAssocID="{673033F4-0B23-4BE5-B99B-5A55939CCF7D}" presName="compNode" presStyleCnt="0"/>
      <dgm:spPr/>
    </dgm:pt>
    <dgm:pt modelId="{730B86BE-7E78-474E-A157-597C4A9BBE8E}" type="pres">
      <dgm:prSet presAssocID="{673033F4-0B23-4BE5-B99B-5A55939CCF7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chedule Event Action"/>
        </a:ext>
      </dgm:extLst>
    </dgm:pt>
    <dgm:pt modelId="{8C71A343-31AD-4244-9F42-D5CCF953CEB1}" type="pres">
      <dgm:prSet presAssocID="{673033F4-0B23-4BE5-B99B-5A55939CCF7D}" presName="spaceRect" presStyleCnt="0"/>
      <dgm:spPr/>
    </dgm:pt>
    <dgm:pt modelId="{3DAED177-FDB7-44BC-BA0C-CC2490EBF8EA}" type="pres">
      <dgm:prSet presAssocID="{673033F4-0B23-4BE5-B99B-5A55939CCF7D}" presName="textRect" presStyleLbl="revTx" presStyleIdx="2" presStyleCnt="4">
        <dgm:presLayoutVars>
          <dgm:chMax val="1"/>
          <dgm:chPref val="1"/>
        </dgm:presLayoutVars>
      </dgm:prSet>
      <dgm:spPr/>
    </dgm:pt>
    <dgm:pt modelId="{9D7247C2-2BF5-4513-B0B5-32D82B943993}" type="pres">
      <dgm:prSet presAssocID="{EBC94BDD-A484-422A-BD08-984757E17729}" presName="sibTrans" presStyleCnt="0"/>
      <dgm:spPr/>
    </dgm:pt>
    <dgm:pt modelId="{AAAA6414-84EE-4F5B-BC29-2834BC63C59E}" type="pres">
      <dgm:prSet presAssocID="{8DD764BF-A5DC-4CDF-B9ED-F638F23391E8}" presName="compNode" presStyleCnt="0"/>
      <dgm:spPr/>
    </dgm:pt>
    <dgm:pt modelId="{6B27636A-EF54-4F1F-9053-78A7FFCB4FC7}" type="pres">
      <dgm:prSet presAssocID="{8DD764BF-A5DC-4CDF-B9ED-F638F23391E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Questionnaire"/>
        </a:ext>
      </dgm:extLst>
    </dgm:pt>
    <dgm:pt modelId="{3F7C633E-A469-4965-9C2E-6B12F4DB0DDF}" type="pres">
      <dgm:prSet presAssocID="{8DD764BF-A5DC-4CDF-B9ED-F638F23391E8}" presName="spaceRect" presStyleCnt="0"/>
      <dgm:spPr/>
    </dgm:pt>
    <dgm:pt modelId="{D3ED2FFB-568E-4500-9145-639DDC58E692}" type="pres">
      <dgm:prSet presAssocID="{8DD764BF-A5DC-4CDF-B9ED-F638F23391E8}" presName="textRect" presStyleLbl="revTx" presStyleIdx="3" presStyleCnt="4">
        <dgm:presLayoutVars>
          <dgm:chMax val="1"/>
          <dgm:chPref val="1"/>
        </dgm:presLayoutVars>
      </dgm:prSet>
      <dgm:spPr/>
    </dgm:pt>
  </dgm:ptLst>
  <dgm:cxnLst>
    <dgm:cxn modelId="{B59E7D1C-B2CD-4C53-8D61-8B43FB286883}" type="presOf" srcId="{B68701B6-DB4B-464D-82D4-3C0905B62F03}" destId="{6113012B-B16C-438C-9F1D-DDDD8AA0A040}" srcOrd="0" destOrd="0" presId="urn:microsoft.com/office/officeart/2018/2/layout/IconLabelList"/>
    <dgm:cxn modelId="{D2C5405E-92DD-4649-A27D-F960EBBFFC4B}" srcId="{68DE9F98-5F2D-49D2-91C5-DDB84679E32B}" destId="{22CD004D-48D2-4FFF-A453-D698FAE31146}" srcOrd="1" destOrd="0" parTransId="{75A177C4-7B4E-4E1D-B48D-B696F23AFA4D}" sibTransId="{849DE182-C1AD-4D1D-8C35-6F9A7FBADB1E}"/>
    <dgm:cxn modelId="{4A6E3443-314A-4F48-946C-A2ADE4E4929F}" type="presOf" srcId="{22CD004D-48D2-4FFF-A453-D698FAE31146}" destId="{6D2E7246-4922-45F9-AE33-DF487E7E4C37}" srcOrd="0" destOrd="0" presId="urn:microsoft.com/office/officeart/2018/2/layout/IconLabelList"/>
    <dgm:cxn modelId="{45DBB869-8C7E-43F3-8D05-4F649474B28A}" type="presOf" srcId="{68DE9F98-5F2D-49D2-91C5-DDB84679E32B}" destId="{A471A110-C51E-49C0-875D-0B773F0FCDD2}" srcOrd="0" destOrd="0" presId="urn:microsoft.com/office/officeart/2018/2/layout/IconLabelList"/>
    <dgm:cxn modelId="{7AAB3A7B-ADE8-4F7F-8668-6DFA03C61ED6}" type="presOf" srcId="{673033F4-0B23-4BE5-B99B-5A55939CCF7D}" destId="{3DAED177-FDB7-44BC-BA0C-CC2490EBF8EA}" srcOrd="0" destOrd="0" presId="urn:microsoft.com/office/officeart/2018/2/layout/IconLabelList"/>
    <dgm:cxn modelId="{DDB2217C-8AA7-47BD-83C5-AD760D4CBC3F}" type="presOf" srcId="{8DD764BF-A5DC-4CDF-B9ED-F638F23391E8}" destId="{D3ED2FFB-568E-4500-9145-639DDC58E692}" srcOrd="0" destOrd="0" presId="urn:microsoft.com/office/officeart/2018/2/layout/IconLabelList"/>
    <dgm:cxn modelId="{A54BB692-9A33-42D3-9A3A-55E5A131DD9E}" srcId="{68DE9F98-5F2D-49D2-91C5-DDB84679E32B}" destId="{8DD764BF-A5DC-4CDF-B9ED-F638F23391E8}" srcOrd="3" destOrd="0" parTransId="{2F08D5A7-B1D9-4ADD-B897-511313FBD1BD}" sibTransId="{9BB70A4E-5DB2-42F3-9E7A-AB3BA1EBE3C8}"/>
    <dgm:cxn modelId="{0C1197AD-986F-42E8-B621-EA10DC271CCE}" srcId="{68DE9F98-5F2D-49D2-91C5-DDB84679E32B}" destId="{673033F4-0B23-4BE5-B99B-5A55939CCF7D}" srcOrd="2" destOrd="0" parTransId="{D5536EE6-EA57-4F46-AE25-9D82F580A049}" sibTransId="{EBC94BDD-A484-422A-BD08-984757E17729}"/>
    <dgm:cxn modelId="{76E7B5AF-E029-4C55-9B03-427BF6999134}" srcId="{68DE9F98-5F2D-49D2-91C5-DDB84679E32B}" destId="{B68701B6-DB4B-464D-82D4-3C0905B62F03}" srcOrd="0" destOrd="0" parTransId="{2317E499-A81D-4073-97E5-6D178999B7E3}" sibTransId="{5FCA21E9-5BDE-4B96-BA63-E1D6E6AEB911}"/>
    <dgm:cxn modelId="{EC7EA074-18C1-4DD8-A2F4-BDEB0187551E}" type="presParOf" srcId="{A471A110-C51E-49C0-875D-0B773F0FCDD2}" destId="{4B05F850-A9E5-45F9-8730-33EEC03E19D8}" srcOrd="0" destOrd="0" presId="urn:microsoft.com/office/officeart/2018/2/layout/IconLabelList"/>
    <dgm:cxn modelId="{149B9552-DFE7-4AAA-8138-A4BF54B1D8A8}" type="presParOf" srcId="{4B05F850-A9E5-45F9-8730-33EEC03E19D8}" destId="{2EEB7BE5-52A8-4E91-A713-D0CBBE69CD55}" srcOrd="0" destOrd="0" presId="urn:microsoft.com/office/officeart/2018/2/layout/IconLabelList"/>
    <dgm:cxn modelId="{7CEBAC2E-AC97-444B-9BF2-70135D495B91}" type="presParOf" srcId="{4B05F850-A9E5-45F9-8730-33EEC03E19D8}" destId="{A7333ADC-264F-4AB0-88E6-D1014599B2E3}" srcOrd="1" destOrd="0" presId="urn:microsoft.com/office/officeart/2018/2/layout/IconLabelList"/>
    <dgm:cxn modelId="{EA763C42-81A2-4DCE-A471-800D646C0204}" type="presParOf" srcId="{4B05F850-A9E5-45F9-8730-33EEC03E19D8}" destId="{6113012B-B16C-438C-9F1D-DDDD8AA0A040}" srcOrd="2" destOrd="0" presId="urn:microsoft.com/office/officeart/2018/2/layout/IconLabelList"/>
    <dgm:cxn modelId="{738014DE-C42F-4DE5-9C49-F99E89A4E0A6}" type="presParOf" srcId="{A471A110-C51E-49C0-875D-0B773F0FCDD2}" destId="{04D68A4A-8172-4328-93E0-5B06F3F8705B}" srcOrd="1" destOrd="0" presId="urn:microsoft.com/office/officeart/2018/2/layout/IconLabelList"/>
    <dgm:cxn modelId="{57C0979F-73DD-46BA-A820-111CC80DA313}" type="presParOf" srcId="{A471A110-C51E-49C0-875D-0B773F0FCDD2}" destId="{8BFAE440-E705-4377-B472-CE14BE81212C}" srcOrd="2" destOrd="0" presId="urn:microsoft.com/office/officeart/2018/2/layout/IconLabelList"/>
    <dgm:cxn modelId="{30A9457A-CD2A-4AA0-BDBD-3A96640AD3F8}" type="presParOf" srcId="{8BFAE440-E705-4377-B472-CE14BE81212C}" destId="{2D82C17C-252D-458C-8B37-C3B652B2D407}" srcOrd="0" destOrd="0" presId="urn:microsoft.com/office/officeart/2018/2/layout/IconLabelList"/>
    <dgm:cxn modelId="{7A789B24-694A-4F28-93C8-A654CB1744A9}" type="presParOf" srcId="{8BFAE440-E705-4377-B472-CE14BE81212C}" destId="{F775F80D-12DB-4B3F-89F6-6A8CF4142E94}" srcOrd="1" destOrd="0" presId="urn:microsoft.com/office/officeart/2018/2/layout/IconLabelList"/>
    <dgm:cxn modelId="{F0EE5B64-B0DF-4726-8C2E-CC6FEE284383}" type="presParOf" srcId="{8BFAE440-E705-4377-B472-CE14BE81212C}" destId="{6D2E7246-4922-45F9-AE33-DF487E7E4C37}" srcOrd="2" destOrd="0" presId="urn:microsoft.com/office/officeart/2018/2/layout/IconLabelList"/>
    <dgm:cxn modelId="{B0A29B47-E3CA-4175-B3E3-7F66251CE6E2}" type="presParOf" srcId="{A471A110-C51E-49C0-875D-0B773F0FCDD2}" destId="{07A999DF-D8F0-49D5-92AC-BE313A858C1D}" srcOrd="3" destOrd="0" presId="urn:microsoft.com/office/officeart/2018/2/layout/IconLabelList"/>
    <dgm:cxn modelId="{FF70105D-8F43-4710-B384-6581B8529EDA}" type="presParOf" srcId="{A471A110-C51E-49C0-875D-0B773F0FCDD2}" destId="{F419861F-AA3F-4C24-BF9E-3FAEEA75EBEF}" srcOrd="4" destOrd="0" presId="urn:microsoft.com/office/officeart/2018/2/layout/IconLabelList"/>
    <dgm:cxn modelId="{EA6F0992-6823-4880-9431-EE310558DD2A}" type="presParOf" srcId="{F419861F-AA3F-4C24-BF9E-3FAEEA75EBEF}" destId="{730B86BE-7E78-474E-A157-597C4A9BBE8E}" srcOrd="0" destOrd="0" presId="urn:microsoft.com/office/officeart/2018/2/layout/IconLabelList"/>
    <dgm:cxn modelId="{758F14D9-6BEB-478D-B9B2-5EC54A45745E}" type="presParOf" srcId="{F419861F-AA3F-4C24-BF9E-3FAEEA75EBEF}" destId="{8C71A343-31AD-4244-9F42-D5CCF953CEB1}" srcOrd="1" destOrd="0" presId="urn:microsoft.com/office/officeart/2018/2/layout/IconLabelList"/>
    <dgm:cxn modelId="{AF68D4D8-9392-4CF2-83FD-5C0C0A8F9B37}" type="presParOf" srcId="{F419861F-AA3F-4C24-BF9E-3FAEEA75EBEF}" destId="{3DAED177-FDB7-44BC-BA0C-CC2490EBF8EA}" srcOrd="2" destOrd="0" presId="urn:microsoft.com/office/officeart/2018/2/layout/IconLabelList"/>
    <dgm:cxn modelId="{2FA1D71F-90D4-4383-BF70-9E7C5D9F38E3}" type="presParOf" srcId="{A471A110-C51E-49C0-875D-0B773F0FCDD2}" destId="{9D7247C2-2BF5-4513-B0B5-32D82B943993}" srcOrd="5" destOrd="0" presId="urn:microsoft.com/office/officeart/2018/2/layout/IconLabelList"/>
    <dgm:cxn modelId="{7397F2EA-4A72-4006-956C-EDAC3BFB65CE}" type="presParOf" srcId="{A471A110-C51E-49C0-875D-0B773F0FCDD2}" destId="{AAAA6414-84EE-4F5B-BC29-2834BC63C59E}" srcOrd="6" destOrd="0" presId="urn:microsoft.com/office/officeart/2018/2/layout/IconLabelList"/>
    <dgm:cxn modelId="{CB88A863-8970-4A74-ADA1-511D5AEF8D7A}" type="presParOf" srcId="{AAAA6414-84EE-4F5B-BC29-2834BC63C59E}" destId="{6B27636A-EF54-4F1F-9053-78A7FFCB4FC7}" srcOrd="0" destOrd="0" presId="urn:microsoft.com/office/officeart/2018/2/layout/IconLabelList"/>
    <dgm:cxn modelId="{763F6F20-D159-44C1-89C0-FD04B60F2643}" type="presParOf" srcId="{AAAA6414-84EE-4F5B-BC29-2834BC63C59E}" destId="{3F7C633E-A469-4965-9C2E-6B12F4DB0DDF}" srcOrd="1" destOrd="0" presId="urn:microsoft.com/office/officeart/2018/2/layout/IconLabelList"/>
    <dgm:cxn modelId="{D222799D-1312-40B8-BECA-A60F01CE2958}" type="presParOf" srcId="{AAAA6414-84EE-4F5B-BC29-2834BC63C59E}" destId="{D3ED2FFB-568E-4500-9145-639DDC58E692}"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18F2FA9-5528-4E39-A30F-CE76865326EF}"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A2976DEB-741F-4FB0-8DAC-D5C033D0AB5E}">
      <dgm:prSet/>
      <dgm:spPr/>
      <dgm:t>
        <a:bodyPr/>
        <a:lstStyle/>
        <a:p>
          <a:r>
            <a:rPr lang="en-US"/>
            <a:t>This project represents a solution in conversational AI.</a:t>
          </a:r>
        </a:p>
      </dgm:t>
    </dgm:pt>
    <dgm:pt modelId="{8DEB2E13-EF6B-4B77-A529-916AD280AC78}" type="parTrans" cxnId="{3A134FC0-E53E-4F79-8E84-50256DDF7511}">
      <dgm:prSet/>
      <dgm:spPr/>
      <dgm:t>
        <a:bodyPr/>
        <a:lstStyle/>
        <a:p>
          <a:endParaRPr lang="en-US"/>
        </a:p>
      </dgm:t>
    </dgm:pt>
    <dgm:pt modelId="{A6A2B1C5-CF0E-4546-8976-181925901A5F}" type="sibTrans" cxnId="{3A134FC0-E53E-4F79-8E84-50256DDF7511}">
      <dgm:prSet/>
      <dgm:spPr/>
      <dgm:t>
        <a:bodyPr/>
        <a:lstStyle/>
        <a:p>
          <a:endParaRPr lang="en-US"/>
        </a:p>
      </dgm:t>
    </dgm:pt>
    <dgm:pt modelId="{C526E2D3-1D32-4651-8D5B-5A589FAD3D0D}">
      <dgm:prSet/>
      <dgm:spPr/>
      <dgm:t>
        <a:bodyPr/>
        <a:lstStyle/>
        <a:p>
          <a:r>
            <a:rPr lang="en-US"/>
            <a:t>Modularized for seamless integration across multiple brands.</a:t>
          </a:r>
        </a:p>
      </dgm:t>
    </dgm:pt>
    <dgm:pt modelId="{A3B8DD05-3D54-4110-8FC6-A8A7DF33DC42}" type="parTrans" cxnId="{81798333-492A-40E8-B1C6-3014362DE0FA}">
      <dgm:prSet/>
      <dgm:spPr/>
      <dgm:t>
        <a:bodyPr/>
        <a:lstStyle/>
        <a:p>
          <a:endParaRPr lang="en-US"/>
        </a:p>
      </dgm:t>
    </dgm:pt>
    <dgm:pt modelId="{FC14A54D-C0A8-4FAF-ACCF-50BBD8C65BB6}" type="sibTrans" cxnId="{81798333-492A-40E8-B1C6-3014362DE0FA}">
      <dgm:prSet/>
      <dgm:spPr/>
      <dgm:t>
        <a:bodyPr/>
        <a:lstStyle/>
        <a:p>
          <a:endParaRPr lang="en-US"/>
        </a:p>
      </dgm:t>
    </dgm:pt>
    <dgm:pt modelId="{96A4EF8D-5B8B-4025-AB69-B6D3264B63E8}">
      <dgm:prSet/>
      <dgm:spPr/>
      <dgm:t>
        <a:bodyPr/>
        <a:lstStyle/>
        <a:p>
          <a:r>
            <a:rPr lang="en-US" dirty="0"/>
            <a:t>Brand-specific personality adaptation.</a:t>
          </a:r>
        </a:p>
      </dgm:t>
    </dgm:pt>
    <dgm:pt modelId="{A04BB194-9F71-4223-B2AF-6980E4E42ADA}" type="parTrans" cxnId="{0E8130C5-0A0F-4555-9F5A-42B5EC717F50}">
      <dgm:prSet/>
      <dgm:spPr/>
      <dgm:t>
        <a:bodyPr/>
        <a:lstStyle/>
        <a:p>
          <a:endParaRPr lang="en-US"/>
        </a:p>
      </dgm:t>
    </dgm:pt>
    <dgm:pt modelId="{B92E6AC6-A8B2-411E-BA61-2C1A5C3CBA27}" type="sibTrans" cxnId="{0E8130C5-0A0F-4555-9F5A-42B5EC717F50}">
      <dgm:prSet/>
      <dgm:spPr/>
      <dgm:t>
        <a:bodyPr/>
        <a:lstStyle/>
        <a:p>
          <a:endParaRPr lang="en-US"/>
        </a:p>
      </dgm:t>
    </dgm:pt>
    <dgm:pt modelId="{C36AEEB4-12C7-4359-A360-44F988DC8301}">
      <dgm:prSet/>
      <dgm:spPr/>
      <dgm:t>
        <a:bodyPr/>
        <a:lstStyle/>
        <a:p>
          <a:r>
            <a:rPr lang="en-US"/>
            <a:t>Comprehensive evaluation framework.</a:t>
          </a:r>
        </a:p>
      </dgm:t>
    </dgm:pt>
    <dgm:pt modelId="{3A8B09B3-CFFF-4C1F-9C99-0A11587C972D}" type="parTrans" cxnId="{B3FA1CEA-0CA5-4A38-A99F-B45D4654C350}">
      <dgm:prSet/>
      <dgm:spPr/>
      <dgm:t>
        <a:bodyPr/>
        <a:lstStyle/>
        <a:p>
          <a:endParaRPr lang="en-US"/>
        </a:p>
      </dgm:t>
    </dgm:pt>
    <dgm:pt modelId="{268FCA47-C021-41C4-8258-26AEE4D47C7B}" type="sibTrans" cxnId="{B3FA1CEA-0CA5-4A38-A99F-B45D4654C350}">
      <dgm:prSet/>
      <dgm:spPr/>
      <dgm:t>
        <a:bodyPr/>
        <a:lstStyle/>
        <a:p>
          <a:endParaRPr lang="en-US"/>
        </a:p>
      </dgm:t>
    </dgm:pt>
    <dgm:pt modelId="{30B437F2-CAC8-4D81-9526-B59367ACC701}">
      <dgm:prSet/>
      <dgm:spPr/>
      <dgm:t>
        <a:bodyPr/>
        <a:lstStyle/>
        <a:p>
          <a:r>
            <a:rPr lang="en-US"/>
            <a:t>Delivers a scalable, intelligent ordering system</a:t>
          </a:r>
        </a:p>
      </dgm:t>
    </dgm:pt>
    <dgm:pt modelId="{2A51FF36-67DE-4EA4-90C5-248399ADAE6A}" type="parTrans" cxnId="{E2DE2A6F-4AFF-433A-90A0-ED115AE19B52}">
      <dgm:prSet/>
      <dgm:spPr/>
      <dgm:t>
        <a:bodyPr/>
        <a:lstStyle/>
        <a:p>
          <a:endParaRPr lang="en-US"/>
        </a:p>
      </dgm:t>
    </dgm:pt>
    <dgm:pt modelId="{BDF32E15-2EEF-4D2C-940A-94B36804218F}" type="sibTrans" cxnId="{E2DE2A6F-4AFF-433A-90A0-ED115AE19B52}">
      <dgm:prSet/>
      <dgm:spPr/>
      <dgm:t>
        <a:bodyPr/>
        <a:lstStyle/>
        <a:p>
          <a:endParaRPr lang="en-US"/>
        </a:p>
      </dgm:t>
    </dgm:pt>
    <dgm:pt modelId="{B1320525-C18E-4775-8A13-9AED0554634F}" type="pres">
      <dgm:prSet presAssocID="{818F2FA9-5528-4E39-A30F-CE76865326EF}" presName="root" presStyleCnt="0">
        <dgm:presLayoutVars>
          <dgm:dir/>
          <dgm:resizeHandles val="exact"/>
        </dgm:presLayoutVars>
      </dgm:prSet>
      <dgm:spPr/>
    </dgm:pt>
    <dgm:pt modelId="{8CAE69D8-126C-4B03-9B28-5E6CF73AEEBA}" type="pres">
      <dgm:prSet presAssocID="{818F2FA9-5528-4E39-A30F-CE76865326EF}" presName="container" presStyleCnt="0">
        <dgm:presLayoutVars>
          <dgm:dir/>
          <dgm:resizeHandles val="exact"/>
        </dgm:presLayoutVars>
      </dgm:prSet>
      <dgm:spPr/>
    </dgm:pt>
    <dgm:pt modelId="{BFA544AD-7FA4-4835-8022-F8783DF2588C}" type="pres">
      <dgm:prSet presAssocID="{A2976DEB-741F-4FB0-8DAC-D5C033D0AB5E}" presName="compNode" presStyleCnt="0"/>
      <dgm:spPr/>
    </dgm:pt>
    <dgm:pt modelId="{BE618079-D158-4BAE-B481-91441850EB9B}" type="pres">
      <dgm:prSet presAssocID="{A2976DEB-741F-4FB0-8DAC-D5C033D0AB5E}" presName="iconBgRect" presStyleLbl="bgShp" presStyleIdx="0" presStyleCnt="5"/>
      <dgm:spPr/>
    </dgm:pt>
    <dgm:pt modelId="{E966A235-EE1A-4016-8CE6-DDE11556363E}" type="pres">
      <dgm:prSet presAssocID="{A2976DEB-741F-4FB0-8DAC-D5C033D0AB5E}"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505BCD33-194F-4140-8B71-6BC632BC165C}" type="pres">
      <dgm:prSet presAssocID="{A2976DEB-741F-4FB0-8DAC-D5C033D0AB5E}" presName="spaceRect" presStyleCnt="0"/>
      <dgm:spPr/>
    </dgm:pt>
    <dgm:pt modelId="{88C67D81-5872-4B4F-89E1-45EC65F1E928}" type="pres">
      <dgm:prSet presAssocID="{A2976DEB-741F-4FB0-8DAC-D5C033D0AB5E}" presName="textRect" presStyleLbl="revTx" presStyleIdx="0" presStyleCnt="5">
        <dgm:presLayoutVars>
          <dgm:chMax val="1"/>
          <dgm:chPref val="1"/>
        </dgm:presLayoutVars>
      </dgm:prSet>
      <dgm:spPr/>
    </dgm:pt>
    <dgm:pt modelId="{BDC8AC22-DCD1-4834-BFA5-5FE58147EE68}" type="pres">
      <dgm:prSet presAssocID="{A6A2B1C5-CF0E-4546-8976-181925901A5F}" presName="sibTrans" presStyleLbl="sibTrans2D1" presStyleIdx="0" presStyleCnt="0"/>
      <dgm:spPr/>
    </dgm:pt>
    <dgm:pt modelId="{96A0458E-B945-47E7-B455-4DD1843D769B}" type="pres">
      <dgm:prSet presAssocID="{C526E2D3-1D32-4651-8D5B-5A589FAD3D0D}" presName="compNode" presStyleCnt="0"/>
      <dgm:spPr/>
    </dgm:pt>
    <dgm:pt modelId="{CBB6C23C-81B9-4C8C-8B2D-0C0EE03710A4}" type="pres">
      <dgm:prSet presAssocID="{C526E2D3-1D32-4651-8D5B-5A589FAD3D0D}" presName="iconBgRect" presStyleLbl="bgShp" presStyleIdx="1" presStyleCnt="5"/>
      <dgm:spPr/>
    </dgm:pt>
    <dgm:pt modelId="{2516EECD-A127-4F24-BF13-ADDC453C19BF}" type="pres">
      <dgm:prSet presAssocID="{C526E2D3-1D32-4651-8D5B-5A589FAD3D0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evil Face Outline"/>
        </a:ext>
      </dgm:extLst>
    </dgm:pt>
    <dgm:pt modelId="{0057E87A-AA1F-41B2-91A9-A649713D64A5}" type="pres">
      <dgm:prSet presAssocID="{C526E2D3-1D32-4651-8D5B-5A589FAD3D0D}" presName="spaceRect" presStyleCnt="0"/>
      <dgm:spPr/>
    </dgm:pt>
    <dgm:pt modelId="{B8E03812-71CA-4DFF-A535-FAFB2AB7963F}" type="pres">
      <dgm:prSet presAssocID="{C526E2D3-1D32-4651-8D5B-5A589FAD3D0D}" presName="textRect" presStyleLbl="revTx" presStyleIdx="1" presStyleCnt="5">
        <dgm:presLayoutVars>
          <dgm:chMax val="1"/>
          <dgm:chPref val="1"/>
        </dgm:presLayoutVars>
      </dgm:prSet>
      <dgm:spPr/>
    </dgm:pt>
    <dgm:pt modelId="{B66A493B-D177-4114-8781-A579D59E4C19}" type="pres">
      <dgm:prSet presAssocID="{FC14A54D-C0A8-4FAF-ACCF-50BBD8C65BB6}" presName="sibTrans" presStyleLbl="sibTrans2D1" presStyleIdx="0" presStyleCnt="0"/>
      <dgm:spPr/>
    </dgm:pt>
    <dgm:pt modelId="{476CB501-CE8B-42ED-A6BF-C05E7062D779}" type="pres">
      <dgm:prSet presAssocID="{96A4EF8D-5B8B-4025-AB69-B6D3264B63E8}" presName="compNode" presStyleCnt="0"/>
      <dgm:spPr/>
    </dgm:pt>
    <dgm:pt modelId="{0E0F8C13-BAA8-4DDA-AA26-3E9CAAB8DF96}" type="pres">
      <dgm:prSet presAssocID="{96A4EF8D-5B8B-4025-AB69-B6D3264B63E8}" presName="iconBgRect" presStyleLbl="bgShp" presStyleIdx="2" presStyleCnt="5"/>
      <dgm:spPr/>
    </dgm:pt>
    <dgm:pt modelId="{58B4A6BA-5395-44A3-925F-B2D283F88582}" type="pres">
      <dgm:prSet presAssocID="{96A4EF8D-5B8B-4025-AB69-B6D3264B63E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rain in head"/>
        </a:ext>
      </dgm:extLst>
    </dgm:pt>
    <dgm:pt modelId="{4A8E7D79-EA3D-4C47-89E1-AFF305ED68F0}" type="pres">
      <dgm:prSet presAssocID="{96A4EF8D-5B8B-4025-AB69-B6D3264B63E8}" presName="spaceRect" presStyleCnt="0"/>
      <dgm:spPr/>
    </dgm:pt>
    <dgm:pt modelId="{D510A52A-B6DD-415A-A65C-8F7AB17C4835}" type="pres">
      <dgm:prSet presAssocID="{96A4EF8D-5B8B-4025-AB69-B6D3264B63E8}" presName="textRect" presStyleLbl="revTx" presStyleIdx="2" presStyleCnt="5">
        <dgm:presLayoutVars>
          <dgm:chMax val="1"/>
          <dgm:chPref val="1"/>
        </dgm:presLayoutVars>
      </dgm:prSet>
      <dgm:spPr/>
    </dgm:pt>
    <dgm:pt modelId="{C3EC67A7-FA5F-4E9A-8B6E-2CFFB4D32784}" type="pres">
      <dgm:prSet presAssocID="{B92E6AC6-A8B2-411E-BA61-2C1A5C3CBA27}" presName="sibTrans" presStyleLbl="sibTrans2D1" presStyleIdx="0" presStyleCnt="0"/>
      <dgm:spPr/>
    </dgm:pt>
    <dgm:pt modelId="{B24AA52C-29C3-41E5-814F-ED6C3AB2DEAF}" type="pres">
      <dgm:prSet presAssocID="{C36AEEB4-12C7-4359-A360-44F988DC8301}" presName="compNode" presStyleCnt="0"/>
      <dgm:spPr/>
    </dgm:pt>
    <dgm:pt modelId="{B7055632-0968-4AD2-A8E6-859ECFFBB682}" type="pres">
      <dgm:prSet presAssocID="{C36AEEB4-12C7-4359-A360-44F988DC8301}" presName="iconBgRect" presStyleLbl="bgShp" presStyleIdx="3" presStyleCnt="5"/>
      <dgm:spPr/>
    </dgm:pt>
    <dgm:pt modelId="{9D3D189A-4075-40AB-B861-BE88CC904B7C}" type="pres">
      <dgm:prSet presAssocID="{C36AEEB4-12C7-4359-A360-44F988DC8301}"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 List"/>
        </a:ext>
      </dgm:extLst>
    </dgm:pt>
    <dgm:pt modelId="{2CF82338-CC25-4816-9DE2-79B0FE5C3967}" type="pres">
      <dgm:prSet presAssocID="{C36AEEB4-12C7-4359-A360-44F988DC8301}" presName="spaceRect" presStyleCnt="0"/>
      <dgm:spPr/>
    </dgm:pt>
    <dgm:pt modelId="{C5E83BBB-2396-4112-9D40-FA1AB61EC672}" type="pres">
      <dgm:prSet presAssocID="{C36AEEB4-12C7-4359-A360-44F988DC8301}" presName="textRect" presStyleLbl="revTx" presStyleIdx="3" presStyleCnt="5">
        <dgm:presLayoutVars>
          <dgm:chMax val="1"/>
          <dgm:chPref val="1"/>
        </dgm:presLayoutVars>
      </dgm:prSet>
      <dgm:spPr/>
    </dgm:pt>
    <dgm:pt modelId="{966946B6-42C8-471D-BB28-EBD4E710567A}" type="pres">
      <dgm:prSet presAssocID="{268FCA47-C021-41C4-8258-26AEE4D47C7B}" presName="sibTrans" presStyleLbl="sibTrans2D1" presStyleIdx="0" presStyleCnt="0"/>
      <dgm:spPr/>
    </dgm:pt>
    <dgm:pt modelId="{16BDE056-6979-49CA-8D08-8007403B606D}" type="pres">
      <dgm:prSet presAssocID="{30B437F2-CAC8-4D81-9526-B59367ACC701}" presName="compNode" presStyleCnt="0"/>
      <dgm:spPr/>
    </dgm:pt>
    <dgm:pt modelId="{6FC59F77-062F-4135-AA81-A94537BDB8F5}" type="pres">
      <dgm:prSet presAssocID="{30B437F2-CAC8-4D81-9526-B59367ACC701}" presName="iconBgRect" presStyleLbl="bgShp" presStyleIdx="4" presStyleCnt="5"/>
      <dgm:spPr/>
    </dgm:pt>
    <dgm:pt modelId="{785B4B3A-866C-4386-979E-C30927EB50A7}" type="pres">
      <dgm:prSet presAssocID="{30B437F2-CAC8-4D81-9526-B59367ACC701}"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Robot"/>
        </a:ext>
      </dgm:extLst>
    </dgm:pt>
    <dgm:pt modelId="{D74B9549-62EB-46A2-8637-3B438EB4FB77}" type="pres">
      <dgm:prSet presAssocID="{30B437F2-CAC8-4D81-9526-B59367ACC701}" presName="spaceRect" presStyleCnt="0"/>
      <dgm:spPr/>
    </dgm:pt>
    <dgm:pt modelId="{91E368B5-EC08-43DB-99A1-94C14AA91922}" type="pres">
      <dgm:prSet presAssocID="{30B437F2-CAC8-4D81-9526-B59367ACC701}" presName="textRect" presStyleLbl="revTx" presStyleIdx="4" presStyleCnt="5">
        <dgm:presLayoutVars>
          <dgm:chMax val="1"/>
          <dgm:chPref val="1"/>
        </dgm:presLayoutVars>
      </dgm:prSet>
      <dgm:spPr/>
    </dgm:pt>
  </dgm:ptLst>
  <dgm:cxnLst>
    <dgm:cxn modelId="{85A62C15-3DBC-4BCD-9972-6364D16D0591}" type="presOf" srcId="{30B437F2-CAC8-4D81-9526-B59367ACC701}" destId="{91E368B5-EC08-43DB-99A1-94C14AA91922}" srcOrd="0" destOrd="0" presId="urn:microsoft.com/office/officeart/2018/2/layout/IconCircleList"/>
    <dgm:cxn modelId="{575BD81E-7D71-43BB-A06F-17F979168EC7}" type="presOf" srcId="{96A4EF8D-5B8B-4025-AB69-B6D3264B63E8}" destId="{D510A52A-B6DD-415A-A65C-8F7AB17C4835}" srcOrd="0" destOrd="0" presId="urn:microsoft.com/office/officeart/2018/2/layout/IconCircleList"/>
    <dgm:cxn modelId="{F02A992C-49A2-437D-BD62-01F972BC0849}" type="presOf" srcId="{C36AEEB4-12C7-4359-A360-44F988DC8301}" destId="{C5E83BBB-2396-4112-9D40-FA1AB61EC672}" srcOrd="0" destOrd="0" presId="urn:microsoft.com/office/officeart/2018/2/layout/IconCircleList"/>
    <dgm:cxn modelId="{6EBB8B32-D1DD-466C-A7DF-F60504AFE998}" type="presOf" srcId="{B92E6AC6-A8B2-411E-BA61-2C1A5C3CBA27}" destId="{C3EC67A7-FA5F-4E9A-8B6E-2CFFB4D32784}" srcOrd="0" destOrd="0" presId="urn:microsoft.com/office/officeart/2018/2/layout/IconCircleList"/>
    <dgm:cxn modelId="{81798333-492A-40E8-B1C6-3014362DE0FA}" srcId="{818F2FA9-5528-4E39-A30F-CE76865326EF}" destId="{C526E2D3-1D32-4651-8D5B-5A589FAD3D0D}" srcOrd="1" destOrd="0" parTransId="{A3B8DD05-3D54-4110-8FC6-A8A7DF33DC42}" sibTransId="{FC14A54D-C0A8-4FAF-ACCF-50BBD8C65BB6}"/>
    <dgm:cxn modelId="{A2F23A62-CBAD-4906-8549-756D5C8CA5D0}" type="presOf" srcId="{C526E2D3-1D32-4651-8D5B-5A589FAD3D0D}" destId="{B8E03812-71CA-4DFF-A535-FAFB2AB7963F}" srcOrd="0" destOrd="0" presId="urn:microsoft.com/office/officeart/2018/2/layout/IconCircleList"/>
    <dgm:cxn modelId="{E2DE2A6F-4AFF-433A-90A0-ED115AE19B52}" srcId="{818F2FA9-5528-4E39-A30F-CE76865326EF}" destId="{30B437F2-CAC8-4D81-9526-B59367ACC701}" srcOrd="4" destOrd="0" parTransId="{2A51FF36-67DE-4EA4-90C5-248399ADAE6A}" sibTransId="{BDF32E15-2EEF-4D2C-940A-94B36804218F}"/>
    <dgm:cxn modelId="{5588A977-820E-442A-8850-8839AE40C054}" type="presOf" srcId="{818F2FA9-5528-4E39-A30F-CE76865326EF}" destId="{B1320525-C18E-4775-8A13-9AED0554634F}" srcOrd="0" destOrd="0" presId="urn:microsoft.com/office/officeart/2018/2/layout/IconCircleList"/>
    <dgm:cxn modelId="{F3148E9A-9AD3-4AED-871C-A9E39B856509}" type="presOf" srcId="{FC14A54D-C0A8-4FAF-ACCF-50BBD8C65BB6}" destId="{B66A493B-D177-4114-8781-A579D59E4C19}" srcOrd="0" destOrd="0" presId="urn:microsoft.com/office/officeart/2018/2/layout/IconCircleList"/>
    <dgm:cxn modelId="{1C9E60A2-45D5-40B9-BAD5-A36CA77E68E0}" type="presOf" srcId="{A2976DEB-741F-4FB0-8DAC-D5C033D0AB5E}" destId="{88C67D81-5872-4B4F-89E1-45EC65F1E928}" srcOrd="0" destOrd="0" presId="urn:microsoft.com/office/officeart/2018/2/layout/IconCircleList"/>
    <dgm:cxn modelId="{3A134FC0-E53E-4F79-8E84-50256DDF7511}" srcId="{818F2FA9-5528-4E39-A30F-CE76865326EF}" destId="{A2976DEB-741F-4FB0-8DAC-D5C033D0AB5E}" srcOrd="0" destOrd="0" parTransId="{8DEB2E13-EF6B-4B77-A529-916AD280AC78}" sibTransId="{A6A2B1C5-CF0E-4546-8976-181925901A5F}"/>
    <dgm:cxn modelId="{0E8130C5-0A0F-4555-9F5A-42B5EC717F50}" srcId="{818F2FA9-5528-4E39-A30F-CE76865326EF}" destId="{96A4EF8D-5B8B-4025-AB69-B6D3264B63E8}" srcOrd="2" destOrd="0" parTransId="{A04BB194-9F71-4223-B2AF-6980E4E42ADA}" sibTransId="{B92E6AC6-A8B2-411E-BA61-2C1A5C3CBA27}"/>
    <dgm:cxn modelId="{C461DDC6-A918-45DA-9F3E-7B4C26CDBC80}" type="presOf" srcId="{A6A2B1C5-CF0E-4546-8976-181925901A5F}" destId="{BDC8AC22-DCD1-4834-BFA5-5FE58147EE68}" srcOrd="0" destOrd="0" presId="urn:microsoft.com/office/officeart/2018/2/layout/IconCircleList"/>
    <dgm:cxn modelId="{B3FA1CEA-0CA5-4A38-A99F-B45D4654C350}" srcId="{818F2FA9-5528-4E39-A30F-CE76865326EF}" destId="{C36AEEB4-12C7-4359-A360-44F988DC8301}" srcOrd="3" destOrd="0" parTransId="{3A8B09B3-CFFF-4C1F-9C99-0A11587C972D}" sibTransId="{268FCA47-C021-41C4-8258-26AEE4D47C7B}"/>
    <dgm:cxn modelId="{CE321AED-3E0C-4C56-8BC6-730234D2C1F0}" type="presOf" srcId="{268FCA47-C021-41C4-8258-26AEE4D47C7B}" destId="{966946B6-42C8-471D-BB28-EBD4E710567A}" srcOrd="0" destOrd="0" presId="urn:microsoft.com/office/officeart/2018/2/layout/IconCircleList"/>
    <dgm:cxn modelId="{DD3D26C0-D885-4FEA-9EAB-109D236E8E4D}" type="presParOf" srcId="{B1320525-C18E-4775-8A13-9AED0554634F}" destId="{8CAE69D8-126C-4B03-9B28-5E6CF73AEEBA}" srcOrd="0" destOrd="0" presId="urn:microsoft.com/office/officeart/2018/2/layout/IconCircleList"/>
    <dgm:cxn modelId="{2BC784DD-E0BB-4E0B-AD8A-20542B9CE932}" type="presParOf" srcId="{8CAE69D8-126C-4B03-9B28-5E6CF73AEEBA}" destId="{BFA544AD-7FA4-4835-8022-F8783DF2588C}" srcOrd="0" destOrd="0" presId="urn:microsoft.com/office/officeart/2018/2/layout/IconCircleList"/>
    <dgm:cxn modelId="{B1970986-E54F-4F3A-9BA4-D0CB6E74EFDF}" type="presParOf" srcId="{BFA544AD-7FA4-4835-8022-F8783DF2588C}" destId="{BE618079-D158-4BAE-B481-91441850EB9B}" srcOrd="0" destOrd="0" presId="urn:microsoft.com/office/officeart/2018/2/layout/IconCircleList"/>
    <dgm:cxn modelId="{51838AB5-E47E-44DA-AFA7-B0ABEC9261CC}" type="presParOf" srcId="{BFA544AD-7FA4-4835-8022-F8783DF2588C}" destId="{E966A235-EE1A-4016-8CE6-DDE11556363E}" srcOrd="1" destOrd="0" presId="urn:microsoft.com/office/officeart/2018/2/layout/IconCircleList"/>
    <dgm:cxn modelId="{9A2843E6-ABC2-426D-9E84-43537B72A739}" type="presParOf" srcId="{BFA544AD-7FA4-4835-8022-F8783DF2588C}" destId="{505BCD33-194F-4140-8B71-6BC632BC165C}" srcOrd="2" destOrd="0" presId="urn:microsoft.com/office/officeart/2018/2/layout/IconCircleList"/>
    <dgm:cxn modelId="{5789BC68-8015-49DC-BD03-FD731F0460FC}" type="presParOf" srcId="{BFA544AD-7FA4-4835-8022-F8783DF2588C}" destId="{88C67D81-5872-4B4F-89E1-45EC65F1E928}" srcOrd="3" destOrd="0" presId="urn:microsoft.com/office/officeart/2018/2/layout/IconCircleList"/>
    <dgm:cxn modelId="{CB7E6363-5A0F-4FF7-84D1-3C0F10814075}" type="presParOf" srcId="{8CAE69D8-126C-4B03-9B28-5E6CF73AEEBA}" destId="{BDC8AC22-DCD1-4834-BFA5-5FE58147EE68}" srcOrd="1" destOrd="0" presId="urn:microsoft.com/office/officeart/2018/2/layout/IconCircleList"/>
    <dgm:cxn modelId="{96883AA0-B493-4A87-8073-2286DEC7D12D}" type="presParOf" srcId="{8CAE69D8-126C-4B03-9B28-5E6CF73AEEBA}" destId="{96A0458E-B945-47E7-B455-4DD1843D769B}" srcOrd="2" destOrd="0" presId="urn:microsoft.com/office/officeart/2018/2/layout/IconCircleList"/>
    <dgm:cxn modelId="{D3A2BC24-AFE2-4CC9-A7F6-B57CD269C23C}" type="presParOf" srcId="{96A0458E-B945-47E7-B455-4DD1843D769B}" destId="{CBB6C23C-81B9-4C8C-8B2D-0C0EE03710A4}" srcOrd="0" destOrd="0" presId="urn:microsoft.com/office/officeart/2018/2/layout/IconCircleList"/>
    <dgm:cxn modelId="{BA136FE6-9912-40D3-BDF7-E9593AB0586F}" type="presParOf" srcId="{96A0458E-B945-47E7-B455-4DD1843D769B}" destId="{2516EECD-A127-4F24-BF13-ADDC453C19BF}" srcOrd="1" destOrd="0" presId="urn:microsoft.com/office/officeart/2018/2/layout/IconCircleList"/>
    <dgm:cxn modelId="{67642B56-4B07-4A64-BDB6-9C25F53064AC}" type="presParOf" srcId="{96A0458E-B945-47E7-B455-4DD1843D769B}" destId="{0057E87A-AA1F-41B2-91A9-A649713D64A5}" srcOrd="2" destOrd="0" presId="urn:microsoft.com/office/officeart/2018/2/layout/IconCircleList"/>
    <dgm:cxn modelId="{1A3D3935-8261-4CD9-A64E-7A800E54762F}" type="presParOf" srcId="{96A0458E-B945-47E7-B455-4DD1843D769B}" destId="{B8E03812-71CA-4DFF-A535-FAFB2AB7963F}" srcOrd="3" destOrd="0" presId="urn:microsoft.com/office/officeart/2018/2/layout/IconCircleList"/>
    <dgm:cxn modelId="{B6226DE5-F4ED-42D4-9C45-E0FCA7A9E246}" type="presParOf" srcId="{8CAE69D8-126C-4B03-9B28-5E6CF73AEEBA}" destId="{B66A493B-D177-4114-8781-A579D59E4C19}" srcOrd="3" destOrd="0" presId="urn:microsoft.com/office/officeart/2018/2/layout/IconCircleList"/>
    <dgm:cxn modelId="{D34A89FB-54FC-4120-8AFD-6F44B31795B6}" type="presParOf" srcId="{8CAE69D8-126C-4B03-9B28-5E6CF73AEEBA}" destId="{476CB501-CE8B-42ED-A6BF-C05E7062D779}" srcOrd="4" destOrd="0" presId="urn:microsoft.com/office/officeart/2018/2/layout/IconCircleList"/>
    <dgm:cxn modelId="{17F743C8-F5D1-4563-92C5-080ADB4E48DC}" type="presParOf" srcId="{476CB501-CE8B-42ED-A6BF-C05E7062D779}" destId="{0E0F8C13-BAA8-4DDA-AA26-3E9CAAB8DF96}" srcOrd="0" destOrd="0" presId="urn:microsoft.com/office/officeart/2018/2/layout/IconCircleList"/>
    <dgm:cxn modelId="{7DFB838F-51F2-4284-8E33-F8111822C0CA}" type="presParOf" srcId="{476CB501-CE8B-42ED-A6BF-C05E7062D779}" destId="{58B4A6BA-5395-44A3-925F-B2D283F88582}" srcOrd="1" destOrd="0" presId="urn:microsoft.com/office/officeart/2018/2/layout/IconCircleList"/>
    <dgm:cxn modelId="{C83A6631-0FF3-4A06-9910-9784BA4E4230}" type="presParOf" srcId="{476CB501-CE8B-42ED-A6BF-C05E7062D779}" destId="{4A8E7D79-EA3D-4C47-89E1-AFF305ED68F0}" srcOrd="2" destOrd="0" presId="urn:microsoft.com/office/officeart/2018/2/layout/IconCircleList"/>
    <dgm:cxn modelId="{E9684847-B549-4EBA-9ACA-31A3EEFE1444}" type="presParOf" srcId="{476CB501-CE8B-42ED-A6BF-C05E7062D779}" destId="{D510A52A-B6DD-415A-A65C-8F7AB17C4835}" srcOrd="3" destOrd="0" presId="urn:microsoft.com/office/officeart/2018/2/layout/IconCircleList"/>
    <dgm:cxn modelId="{FDC0D5E9-AB8E-4856-8B7B-4E03CAD1F26C}" type="presParOf" srcId="{8CAE69D8-126C-4B03-9B28-5E6CF73AEEBA}" destId="{C3EC67A7-FA5F-4E9A-8B6E-2CFFB4D32784}" srcOrd="5" destOrd="0" presId="urn:microsoft.com/office/officeart/2018/2/layout/IconCircleList"/>
    <dgm:cxn modelId="{0C6FD562-CA8A-4B6D-9E1D-1E2478727BF8}" type="presParOf" srcId="{8CAE69D8-126C-4B03-9B28-5E6CF73AEEBA}" destId="{B24AA52C-29C3-41E5-814F-ED6C3AB2DEAF}" srcOrd="6" destOrd="0" presId="urn:microsoft.com/office/officeart/2018/2/layout/IconCircleList"/>
    <dgm:cxn modelId="{2A770AED-E467-4971-841C-2DD367C6B12E}" type="presParOf" srcId="{B24AA52C-29C3-41E5-814F-ED6C3AB2DEAF}" destId="{B7055632-0968-4AD2-A8E6-859ECFFBB682}" srcOrd="0" destOrd="0" presId="urn:microsoft.com/office/officeart/2018/2/layout/IconCircleList"/>
    <dgm:cxn modelId="{99C8278C-1B70-4FAE-A7C5-4EDFEFD7082A}" type="presParOf" srcId="{B24AA52C-29C3-41E5-814F-ED6C3AB2DEAF}" destId="{9D3D189A-4075-40AB-B861-BE88CC904B7C}" srcOrd="1" destOrd="0" presId="urn:microsoft.com/office/officeart/2018/2/layout/IconCircleList"/>
    <dgm:cxn modelId="{0D5FEF7F-D69A-43D0-9353-DC2693599007}" type="presParOf" srcId="{B24AA52C-29C3-41E5-814F-ED6C3AB2DEAF}" destId="{2CF82338-CC25-4816-9DE2-79B0FE5C3967}" srcOrd="2" destOrd="0" presId="urn:microsoft.com/office/officeart/2018/2/layout/IconCircleList"/>
    <dgm:cxn modelId="{AEDA51C8-8A6D-4F77-AB2F-B4CDBA6BDB42}" type="presParOf" srcId="{B24AA52C-29C3-41E5-814F-ED6C3AB2DEAF}" destId="{C5E83BBB-2396-4112-9D40-FA1AB61EC672}" srcOrd="3" destOrd="0" presId="urn:microsoft.com/office/officeart/2018/2/layout/IconCircleList"/>
    <dgm:cxn modelId="{C54610C5-5CAD-46D5-A823-1D1A6F1DADA3}" type="presParOf" srcId="{8CAE69D8-126C-4B03-9B28-5E6CF73AEEBA}" destId="{966946B6-42C8-471D-BB28-EBD4E710567A}" srcOrd="7" destOrd="0" presId="urn:microsoft.com/office/officeart/2018/2/layout/IconCircleList"/>
    <dgm:cxn modelId="{D2DE1187-40AE-41CB-90FF-84F7AF77E1FD}" type="presParOf" srcId="{8CAE69D8-126C-4B03-9B28-5E6CF73AEEBA}" destId="{16BDE056-6979-49CA-8D08-8007403B606D}" srcOrd="8" destOrd="0" presId="urn:microsoft.com/office/officeart/2018/2/layout/IconCircleList"/>
    <dgm:cxn modelId="{C03C4918-9E01-492D-BA2B-B76437AF862C}" type="presParOf" srcId="{16BDE056-6979-49CA-8D08-8007403B606D}" destId="{6FC59F77-062F-4135-AA81-A94537BDB8F5}" srcOrd="0" destOrd="0" presId="urn:microsoft.com/office/officeart/2018/2/layout/IconCircleList"/>
    <dgm:cxn modelId="{BE844322-481D-4CA8-ABD0-79186C5A67D6}" type="presParOf" srcId="{16BDE056-6979-49CA-8D08-8007403B606D}" destId="{785B4B3A-866C-4386-979E-C30927EB50A7}" srcOrd="1" destOrd="0" presId="urn:microsoft.com/office/officeart/2018/2/layout/IconCircleList"/>
    <dgm:cxn modelId="{F34D851B-A5A8-441B-9227-E8D6BC70EFCC}" type="presParOf" srcId="{16BDE056-6979-49CA-8D08-8007403B606D}" destId="{D74B9549-62EB-46A2-8637-3B438EB4FB77}" srcOrd="2" destOrd="0" presId="urn:microsoft.com/office/officeart/2018/2/layout/IconCircleList"/>
    <dgm:cxn modelId="{E45BC311-0865-4D9B-999C-196C587797DD}" type="presParOf" srcId="{16BDE056-6979-49CA-8D08-8007403B606D}" destId="{91E368B5-EC08-43DB-99A1-94C14AA91922}"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47DB483-E390-4F0D-A145-E8D320EC9CBA}" type="doc">
      <dgm:prSet loTypeId="urn:microsoft.com/office/officeart/2005/8/layout/hierarchy1" loCatId="hierarchy" qsTypeId="urn:microsoft.com/office/officeart/2005/8/quickstyle/simple4" qsCatId="simple" csTypeId="urn:microsoft.com/office/officeart/2005/8/colors/colorful2" csCatId="colorful" phldr="1"/>
      <dgm:spPr/>
      <dgm:t>
        <a:bodyPr/>
        <a:lstStyle/>
        <a:p>
          <a:endParaRPr lang="en-US"/>
        </a:p>
      </dgm:t>
    </dgm:pt>
    <dgm:pt modelId="{1BDEE16B-508E-4DED-A9EE-2FB369EE7FA1}">
      <dgm:prSet/>
      <dgm:spPr/>
      <dgm:t>
        <a:bodyPr/>
        <a:lstStyle/>
        <a:p>
          <a:r>
            <a:rPr lang="en-US" dirty="0"/>
            <a:t>Brand Persona: Maintaining consistent brand personality and values.</a:t>
          </a:r>
        </a:p>
      </dgm:t>
    </dgm:pt>
    <dgm:pt modelId="{B7A6E16C-1442-4436-BB09-0CB64E6BBC7F}" type="parTrans" cxnId="{08E9F5DD-E48E-4FC1-A967-F4DEA08A2BEB}">
      <dgm:prSet/>
      <dgm:spPr/>
      <dgm:t>
        <a:bodyPr/>
        <a:lstStyle/>
        <a:p>
          <a:endParaRPr lang="en-US"/>
        </a:p>
      </dgm:t>
    </dgm:pt>
    <dgm:pt modelId="{C2226465-A1E8-4F1E-A969-D51E1EC733DE}" type="sibTrans" cxnId="{08E9F5DD-E48E-4FC1-A967-F4DEA08A2BEB}">
      <dgm:prSet/>
      <dgm:spPr/>
      <dgm:t>
        <a:bodyPr/>
        <a:lstStyle/>
        <a:p>
          <a:endParaRPr lang="en-US"/>
        </a:p>
      </dgm:t>
    </dgm:pt>
    <dgm:pt modelId="{68364B20-B634-4909-9AAB-A9CDC30C89F4}">
      <dgm:prSet/>
      <dgm:spPr/>
      <dgm:t>
        <a:bodyPr/>
        <a:lstStyle/>
        <a:p>
          <a:r>
            <a:rPr lang="en-US"/>
            <a:t>Conversation Style: Multiple conversational style integration with brand personality.</a:t>
          </a:r>
        </a:p>
      </dgm:t>
    </dgm:pt>
    <dgm:pt modelId="{9166B3B0-DC2C-4B9E-AB23-7D1837BC438D}" type="parTrans" cxnId="{3903F51A-79A8-4D35-AA13-6EAFC760BDE7}">
      <dgm:prSet/>
      <dgm:spPr/>
      <dgm:t>
        <a:bodyPr/>
        <a:lstStyle/>
        <a:p>
          <a:endParaRPr lang="en-US"/>
        </a:p>
      </dgm:t>
    </dgm:pt>
    <dgm:pt modelId="{A325D1EB-C75E-499A-A4E2-6820BA265A0C}" type="sibTrans" cxnId="{3903F51A-79A8-4D35-AA13-6EAFC760BDE7}">
      <dgm:prSet/>
      <dgm:spPr/>
      <dgm:t>
        <a:bodyPr/>
        <a:lstStyle/>
        <a:p>
          <a:endParaRPr lang="en-US"/>
        </a:p>
      </dgm:t>
    </dgm:pt>
    <dgm:pt modelId="{6EC42B4D-F554-4E4C-B211-F9A7529FD350}" type="pres">
      <dgm:prSet presAssocID="{047DB483-E390-4F0D-A145-E8D320EC9CBA}" presName="hierChild1" presStyleCnt="0">
        <dgm:presLayoutVars>
          <dgm:chPref val="1"/>
          <dgm:dir/>
          <dgm:animOne val="branch"/>
          <dgm:animLvl val="lvl"/>
          <dgm:resizeHandles/>
        </dgm:presLayoutVars>
      </dgm:prSet>
      <dgm:spPr/>
    </dgm:pt>
    <dgm:pt modelId="{5ED0A1DA-8816-4B3C-9A4F-46BD9B788572}" type="pres">
      <dgm:prSet presAssocID="{1BDEE16B-508E-4DED-A9EE-2FB369EE7FA1}" presName="hierRoot1" presStyleCnt="0"/>
      <dgm:spPr/>
    </dgm:pt>
    <dgm:pt modelId="{C730F86D-27F9-4787-BFF6-120376EC93DD}" type="pres">
      <dgm:prSet presAssocID="{1BDEE16B-508E-4DED-A9EE-2FB369EE7FA1}" presName="composite" presStyleCnt="0"/>
      <dgm:spPr/>
    </dgm:pt>
    <dgm:pt modelId="{EB8990B0-1B18-487E-A0AF-7133EDE70279}" type="pres">
      <dgm:prSet presAssocID="{1BDEE16B-508E-4DED-A9EE-2FB369EE7FA1}" presName="background" presStyleLbl="node0" presStyleIdx="0" presStyleCnt="2"/>
      <dgm:spPr/>
    </dgm:pt>
    <dgm:pt modelId="{4FF51E91-DF54-44A5-82A8-4C4B7C14522C}" type="pres">
      <dgm:prSet presAssocID="{1BDEE16B-508E-4DED-A9EE-2FB369EE7FA1}" presName="text" presStyleLbl="fgAcc0" presStyleIdx="0" presStyleCnt="2">
        <dgm:presLayoutVars>
          <dgm:chPref val="3"/>
        </dgm:presLayoutVars>
      </dgm:prSet>
      <dgm:spPr/>
    </dgm:pt>
    <dgm:pt modelId="{5A096C8E-3F70-45D1-A397-E77E6BA39FA5}" type="pres">
      <dgm:prSet presAssocID="{1BDEE16B-508E-4DED-A9EE-2FB369EE7FA1}" presName="hierChild2" presStyleCnt="0"/>
      <dgm:spPr/>
    </dgm:pt>
    <dgm:pt modelId="{697001C8-BAB9-4C59-8BB6-036E817EBDF9}" type="pres">
      <dgm:prSet presAssocID="{68364B20-B634-4909-9AAB-A9CDC30C89F4}" presName="hierRoot1" presStyleCnt="0"/>
      <dgm:spPr/>
    </dgm:pt>
    <dgm:pt modelId="{18739849-ED9A-4C4C-B0DC-6C197B481EBF}" type="pres">
      <dgm:prSet presAssocID="{68364B20-B634-4909-9AAB-A9CDC30C89F4}" presName="composite" presStyleCnt="0"/>
      <dgm:spPr/>
    </dgm:pt>
    <dgm:pt modelId="{EE677303-A438-415C-B1E9-195EA192C455}" type="pres">
      <dgm:prSet presAssocID="{68364B20-B634-4909-9AAB-A9CDC30C89F4}" presName="background" presStyleLbl="node0" presStyleIdx="1" presStyleCnt="2"/>
      <dgm:spPr/>
    </dgm:pt>
    <dgm:pt modelId="{D4C1CD27-FDDF-41C5-B1F6-869DA2862C72}" type="pres">
      <dgm:prSet presAssocID="{68364B20-B634-4909-9AAB-A9CDC30C89F4}" presName="text" presStyleLbl="fgAcc0" presStyleIdx="1" presStyleCnt="2">
        <dgm:presLayoutVars>
          <dgm:chPref val="3"/>
        </dgm:presLayoutVars>
      </dgm:prSet>
      <dgm:spPr/>
    </dgm:pt>
    <dgm:pt modelId="{BFE143BC-385B-4BE1-8E4E-5D853698B8FD}" type="pres">
      <dgm:prSet presAssocID="{68364B20-B634-4909-9AAB-A9CDC30C89F4}" presName="hierChild2" presStyleCnt="0"/>
      <dgm:spPr/>
    </dgm:pt>
  </dgm:ptLst>
  <dgm:cxnLst>
    <dgm:cxn modelId="{3903F51A-79A8-4D35-AA13-6EAFC760BDE7}" srcId="{047DB483-E390-4F0D-A145-E8D320EC9CBA}" destId="{68364B20-B634-4909-9AAB-A9CDC30C89F4}" srcOrd="1" destOrd="0" parTransId="{9166B3B0-DC2C-4B9E-AB23-7D1837BC438D}" sibTransId="{A325D1EB-C75E-499A-A4E2-6820BA265A0C}"/>
    <dgm:cxn modelId="{EFEEE92A-730B-4EAA-B35D-71226BB04DDA}" type="presOf" srcId="{68364B20-B634-4909-9AAB-A9CDC30C89F4}" destId="{D4C1CD27-FDDF-41C5-B1F6-869DA2862C72}" srcOrd="0" destOrd="0" presId="urn:microsoft.com/office/officeart/2005/8/layout/hierarchy1"/>
    <dgm:cxn modelId="{5D09EEA6-1476-4336-B508-CAFCB586FF35}" type="presOf" srcId="{047DB483-E390-4F0D-A145-E8D320EC9CBA}" destId="{6EC42B4D-F554-4E4C-B211-F9A7529FD350}" srcOrd="0" destOrd="0" presId="urn:microsoft.com/office/officeart/2005/8/layout/hierarchy1"/>
    <dgm:cxn modelId="{08E9F5DD-E48E-4FC1-A967-F4DEA08A2BEB}" srcId="{047DB483-E390-4F0D-A145-E8D320EC9CBA}" destId="{1BDEE16B-508E-4DED-A9EE-2FB369EE7FA1}" srcOrd="0" destOrd="0" parTransId="{B7A6E16C-1442-4436-BB09-0CB64E6BBC7F}" sibTransId="{C2226465-A1E8-4F1E-A969-D51E1EC733DE}"/>
    <dgm:cxn modelId="{94B940EA-3CF8-4A66-8A74-39E6579F1603}" type="presOf" srcId="{1BDEE16B-508E-4DED-A9EE-2FB369EE7FA1}" destId="{4FF51E91-DF54-44A5-82A8-4C4B7C14522C}" srcOrd="0" destOrd="0" presId="urn:microsoft.com/office/officeart/2005/8/layout/hierarchy1"/>
    <dgm:cxn modelId="{A39C4685-79AC-47CF-8AC2-756E5072F931}" type="presParOf" srcId="{6EC42B4D-F554-4E4C-B211-F9A7529FD350}" destId="{5ED0A1DA-8816-4B3C-9A4F-46BD9B788572}" srcOrd="0" destOrd="0" presId="urn:microsoft.com/office/officeart/2005/8/layout/hierarchy1"/>
    <dgm:cxn modelId="{5B77411B-94DA-4D11-873E-0090A21A7B24}" type="presParOf" srcId="{5ED0A1DA-8816-4B3C-9A4F-46BD9B788572}" destId="{C730F86D-27F9-4787-BFF6-120376EC93DD}" srcOrd="0" destOrd="0" presId="urn:microsoft.com/office/officeart/2005/8/layout/hierarchy1"/>
    <dgm:cxn modelId="{9AB602E6-C526-4A18-8CC7-DD3328A37787}" type="presParOf" srcId="{C730F86D-27F9-4787-BFF6-120376EC93DD}" destId="{EB8990B0-1B18-487E-A0AF-7133EDE70279}" srcOrd="0" destOrd="0" presId="urn:microsoft.com/office/officeart/2005/8/layout/hierarchy1"/>
    <dgm:cxn modelId="{B2FC5763-5D48-46A3-9C5B-64FD2E8BB439}" type="presParOf" srcId="{C730F86D-27F9-4787-BFF6-120376EC93DD}" destId="{4FF51E91-DF54-44A5-82A8-4C4B7C14522C}" srcOrd="1" destOrd="0" presId="urn:microsoft.com/office/officeart/2005/8/layout/hierarchy1"/>
    <dgm:cxn modelId="{F355B517-33AD-4794-B290-EA25EE961892}" type="presParOf" srcId="{5ED0A1DA-8816-4B3C-9A4F-46BD9B788572}" destId="{5A096C8E-3F70-45D1-A397-E77E6BA39FA5}" srcOrd="1" destOrd="0" presId="urn:microsoft.com/office/officeart/2005/8/layout/hierarchy1"/>
    <dgm:cxn modelId="{691B76D0-0E69-4803-B26C-BB8403EC4480}" type="presParOf" srcId="{6EC42B4D-F554-4E4C-B211-F9A7529FD350}" destId="{697001C8-BAB9-4C59-8BB6-036E817EBDF9}" srcOrd="1" destOrd="0" presId="urn:microsoft.com/office/officeart/2005/8/layout/hierarchy1"/>
    <dgm:cxn modelId="{94971DA3-37D6-41FD-8E5A-E2BBA5478500}" type="presParOf" srcId="{697001C8-BAB9-4C59-8BB6-036E817EBDF9}" destId="{18739849-ED9A-4C4C-B0DC-6C197B481EBF}" srcOrd="0" destOrd="0" presId="urn:microsoft.com/office/officeart/2005/8/layout/hierarchy1"/>
    <dgm:cxn modelId="{3F4CA1CC-3219-40C4-9C77-7E786200AA89}" type="presParOf" srcId="{18739849-ED9A-4C4C-B0DC-6C197B481EBF}" destId="{EE677303-A438-415C-B1E9-195EA192C455}" srcOrd="0" destOrd="0" presId="urn:microsoft.com/office/officeart/2005/8/layout/hierarchy1"/>
    <dgm:cxn modelId="{B8B2AF4A-9718-441C-B23C-AF1202A54AC9}" type="presParOf" srcId="{18739849-ED9A-4C4C-B0DC-6C197B481EBF}" destId="{D4C1CD27-FDDF-41C5-B1F6-869DA2862C72}" srcOrd="1" destOrd="0" presId="urn:microsoft.com/office/officeart/2005/8/layout/hierarchy1"/>
    <dgm:cxn modelId="{78E3B605-ADAF-4CB1-AE31-668125F9D592}" type="presParOf" srcId="{697001C8-BAB9-4C59-8BB6-036E817EBDF9}" destId="{BFE143BC-385B-4BE1-8E4E-5D853698B8FD}"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797787A-A9AC-41CA-9DE1-CEE1830F657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DDC88D54-657A-418A-8DB7-87C646418224}">
      <dgm:prSet/>
      <dgm:spPr/>
      <dgm:t>
        <a:bodyPr/>
        <a:lstStyle/>
        <a:p>
          <a:r>
            <a:rPr lang="en-US"/>
            <a:t>Intent Classification:</a:t>
          </a:r>
        </a:p>
      </dgm:t>
    </dgm:pt>
    <dgm:pt modelId="{300B44AD-BD37-4F8F-83DD-08BEDA6F0231}" type="parTrans" cxnId="{0A8CD50E-FF96-4164-8010-D4CA58BFB634}">
      <dgm:prSet/>
      <dgm:spPr/>
      <dgm:t>
        <a:bodyPr/>
        <a:lstStyle/>
        <a:p>
          <a:endParaRPr lang="en-US"/>
        </a:p>
      </dgm:t>
    </dgm:pt>
    <dgm:pt modelId="{7C9A8FC1-A6FD-440A-8DAC-036133B9FBAA}" type="sibTrans" cxnId="{0A8CD50E-FF96-4164-8010-D4CA58BFB634}">
      <dgm:prSet/>
      <dgm:spPr/>
      <dgm:t>
        <a:bodyPr/>
        <a:lstStyle/>
        <a:p>
          <a:endParaRPr lang="en-US"/>
        </a:p>
      </dgm:t>
    </dgm:pt>
    <dgm:pt modelId="{F187341C-EF84-4288-8DA8-B7FBB7E9194A}">
      <dgm:prSet/>
      <dgm:spPr/>
      <dgm:t>
        <a:bodyPr/>
        <a:lstStyle/>
        <a:p>
          <a:r>
            <a:rPr lang="en-US"/>
            <a:t>SK learn binary classification</a:t>
          </a:r>
        </a:p>
      </dgm:t>
    </dgm:pt>
    <dgm:pt modelId="{12A49CCA-B60C-4431-B64D-90829A0C5165}" type="parTrans" cxnId="{D5CF6110-BBF6-426F-93A8-B3DE8C7CDBEB}">
      <dgm:prSet/>
      <dgm:spPr/>
      <dgm:t>
        <a:bodyPr/>
        <a:lstStyle/>
        <a:p>
          <a:endParaRPr lang="en-US"/>
        </a:p>
      </dgm:t>
    </dgm:pt>
    <dgm:pt modelId="{CE058E6E-D186-43F6-9D48-5E847617E7CC}" type="sibTrans" cxnId="{D5CF6110-BBF6-426F-93A8-B3DE8C7CDBEB}">
      <dgm:prSet/>
      <dgm:spPr/>
      <dgm:t>
        <a:bodyPr/>
        <a:lstStyle/>
        <a:p>
          <a:endParaRPr lang="en-US"/>
        </a:p>
      </dgm:t>
    </dgm:pt>
    <dgm:pt modelId="{038F6A8E-8119-4F51-AC9C-90AA3B16EB77}">
      <dgm:prSet/>
      <dgm:spPr/>
      <dgm:t>
        <a:bodyPr/>
        <a:lstStyle/>
        <a:p>
          <a:r>
            <a:rPr lang="en-US"/>
            <a:t>Conversation Flow:</a:t>
          </a:r>
        </a:p>
      </dgm:t>
    </dgm:pt>
    <dgm:pt modelId="{7928C2E6-C42D-4A64-B939-10E46C6C2616}" type="parTrans" cxnId="{BA69A12C-E632-43FF-A673-1D2A012AB02E}">
      <dgm:prSet/>
      <dgm:spPr/>
      <dgm:t>
        <a:bodyPr/>
        <a:lstStyle/>
        <a:p>
          <a:endParaRPr lang="en-US"/>
        </a:p>
      </dgm:t>
    </dgm:pt>
    <dgm:pt modelId="{995B4978-5C2C-450D-A06E-CC561458C403}" type="sibTrans" cxnId="{BA69A12C-E632-43FF-A673-1D2A012AB02E}">
      <dgm:prSet/>
      <dgm:spPr/>
      <dgm:t>
        <a:bodyPr/>
        <a:lstStyle/>
        <a:p>
          <a:endParaRPr lang="en-US"/>
        </a:p>
      </dgm:t>
    </dgm:pt>
    <dgm:pt modelId="{A0E43F58-8EBC-432A-9AE2-217F6184583B}">
      <dgm:prSet/>
      <dgm:spPr/>
      <dgm:t>
        <a:bodyPr/>
        <a:lstStyle/>
        <a:p>
          <a:r>
            <a:rPr lang="en-US" dirty="0"/>
            <a:t>Custom-brand aware metrics: Puts brand configuration into context</a:t>
          </a:r>
        </a:p>
      </dgm:t>
    </dgm:pt>
    <dgm:pt modelId="{8800640F-D241-4BD4-8914-A16874DF5C21}" type="parTrans" cxnId="{755E84BD-5E9B-458C-8D55-DE259634C719}">
      <dgm:prSet/>
      <dgm:spPr/>
      <dgm:t>
        <a:bodyPr/>
        <a:lstStyle/>
        <a:p>
          <a:endParaRPr lang="en-US"/>
        </a:p>
      </dgm:t>
    </dgm:pt>
    <dgm:pt modelId="{894E4923-3BE9-420A-896D-87516E3C7F1C}" type="sibTrans" cxnId="{755E84BD-5E9B-458C-8D55-DE259634C719}">
      <dgm:prSet/>
      <dgm:spPr/>
      <dgm:t>
        <a:bodyPr/>
        <a:lstStyle/>
        <a:p>
          <a:endParaRPr lang="en-US"/>
        </a:p>
      </dgm:t>
    </dgm:pt>
    <dgm:pt modelId="{1B4C3FA4-A137-4723-BA7E-2B86089F452D}">
      <dgm:prSet/>
      <dgm:spPr/>
      <dgm:t>
        <a:bodyPr/>
        <a:lstStyle/>
        <a:p>
          <a:pPr>
            <a:buFont typeface="Wingdings" panose="05000000000000000000" pitchFamily="2" charset="2"/>
            <a:buChar char="Ø"/>
          </a:pPr>
          <a:r>
            <a:rPr lang="en-US" b="1" dirty="0"/>
            <a:t>BrandVoiceMetric</a:t>
          </a:r>
          <a:r>
            <a:rPr lang="en-US" dirty="0"/>
            <a:t>: Evaluates consistency with brand voice and personality</a:t>
          </a:r>
        </a:p>
      </dgm:t>
    </dgm:pt>
    <dgm:pt modelId="{E4D4035F-AB6D-4AB4-8237-AEF2D8ADD6D4}" type="parTrans" cxnId="{6E7C56C8-9469-4C69-B7F5-5AADB308505F}">
      <dgm:prSet/>
      <dgm:spPr/>
      <dgm:t>
        <a:bodyPr/>
        <a:lstStyle/>
        <a:p>
          <a:endParaRPr lang="en-US"/>
        </a:p>
      </dgm:t>
    </dgm:pt>
    <dgm:pt modelId="{F33FB146-4368-4622-97A7-69BCAACFEE22}" type="sibTrans" cxnId="{6E7C56C8-9469-4C69-B7F5-5AADB308505F}">
      <dgm:prSet/>
      <dgm:spPr/>
      <dgm:t>
        <a:bodyPr/>
        <a:lstStyle/>
        <a:p>
          <a:endParaRPr lang="en-US"/>
        </a:p>
      </dgm:t>
    </dgm:pt>
    <dgm:pt modelId="{51E51E05-89DA-4F52-8AF9-EAEC49674DCB}">
      <dgm:prSet/>
      <dgm:spPr/>
      <dgm:t>
        <a:bodyPr/>
        <a:lstStyle/>
        <a:p>
          <a:pPr>
            <a:buFont typeface="Wingdings" panose="05000000000000000000" pitchFamily="2" charset="2"/>
            <a:buChar char="Ø"/>
          </a:pPr>
          <a:r>
            <a:rPr lang="en-US" b="1" dirty="0" err="1"/>
            <a:t>RelevanceMetric</a:t>
          </a:r>
          <a:r>
            <a:rPr lang="en-US" dirty="0"/>
            <a:t>: Evaluates response relevance and appropriateness</a:t>
          </a:r>
        </a:p>
      </dgm:t>
    </dgm:pt>
    <dgm:pt modelId="{62641EC6-E750-46BB-9528-CC5076933045}" type="parTrans" cxnId="{7F5C37D4-66E8-4FC2-B908-225828FA2712}">
      <dgm:prSet/>
      <dgm:spPr/>
      <dgm:t>
        <a:bodyPr/>
        <a:lstStyle/>
        <a:p>
          <a:endParaRPr lang="en-US"/>
        </a:p>
      </dgm:t>
    </dgm:pt>
    <dgm:pt modelId="{E58033AB-1CC4-455A-9335-D9EA3B195DBC}" type="sibTrans" cxnId="{7F5C37D4-66E8-4FC2-B908-225828FA2712}">
      <dgm:prSet/>
      <dgm:spPr/>
      <dgm:t>
        <a:bodyPr/>
        <a:lstStyle/>
        <a:p>
          <a:endParaRPr lang="en-US"/>
        </a:p>
      </dgm:t>
    </dgm:pt>
    <dgm:pt modelId="{54B390E0-65F0-4C10-A843-3F0D27437599}">
      <dgm:prSet/>
      <dgm:spPr/>
      <dgm:t>
        <a:bodyPr/>
        <a:lstStyle/>
        <a:p>
          <a:pPr>
            <a:buFont typeface="Wingdings" panose="05000000000000000000" pitchFamily="2" charset="2"/>
            <a:buChar char="Ø"/>
          </a:pPr>
          <a:r>
            <a:rPr lang="en-US" b="1" dirty="0" err="1"/>
            <a:t>TaskCompletionMetric</a:t>
          </a:r>
          <a:r>
            <a:rPr lang="en-US" dirty="0"/>
            <a:t>: Evaluates progress toward completing an order</a:t>
          </a:r>
        </a:p>
      </dgm:t>
    </dgm:pt>
    <dgm:pt modelId="{C0A33070-7122-45AD-A60B-DAC1774A4C7E}" type="parTrans" cxnId="{4B941B21-76BB-4F9B-AF17-4815313C0D4E}">
      <dgm:prSet/>
      <dgm:spPr/>
      <dgm:t>
        <a:bodyPr/>
        <a:lstStyle/>
        <a:p>
          <a:endParaRPr lang="en-US"/>
        </a:p>
      </dgm:t>
    </dgm:pt>
    <dgm:pt modelId="{A24462EA-C9BB-4B48-BC2D-D079046E37B6}" type="sibTrans" cxnId="{4B941B21-76BB-4F9B-AF17-4815313C0D4E}">
      <dgm:prSet/>
      <dgm:spPr/>
      <dgm:t>
        <a:bodyPr/>
        <a:lstStyle/>
        <a:p>
          <a:endParaRPr lang="en-US"/>
        </a:p>
      </dgm:t>
    </dgm:pt>
    <dgm:pt modelId="{6744A5F2-77D6-41E4-A216-7E249BA245E2}">
      <dgm:prSet/>
      <dgm:spPr/>
      <dgm:t>
        <a:bodyPr/>
        <a:lstStyle/>
        <a:p>
          <a:r>
            <a:rPr lang="en-US" dirty="0"/>
            <a:t>Azure AI Evaluator: Relevance, Coherence, and Fluency</a:t>
          </a:r>
        </a:p>
      </dgm:t>
    </dgm:pt>
    <dgm:pt modelId="{C45E5535-3D3E-488D-B605-8B56622A0C91}" type="parTrans" cxnId="{38C74CB5-C3F8-4058-85D3-DB9622BB134F}">
      <dgm:prSet/>
      <dgm:spPr/>
      <dgm:t>
        <a:bodyPr/>
        <a:lstStyle/>
        <a:p>
          <a:endParaRPr lang="en-US"/>
        </a:p>
      </dgm:t>
    </dgm:pt>
    <dgm:pt modelId="{12226D27-81CC-446A-8A1A-77DE01DB2136}" type="sibTrans" cxnId="{38C74CB5-C3F8-4058-85D3-DB9622BB134F}">
      <dgm:prSet/>
      <dgm:spPr/>
      <dgm:t>
        <a:bodyPr/>
        <a:lstStyle/>
        <a:p>
          <a:endParaRPr lang="en-US"/>
        </a:p>
      </dgm:t>
    </dgm:pt>
    <dgm:pt modelId="{4F86636C-2CF4-4FEA-A4F2-5F94CE1B6356}">
      <dgm:prSet/>
      <dgm:spPr/>
      <dgm:t>
        <a:bodyPr/>
        <a:lstStyle/>
        <a:p>
          <a:r>
            <a:rPr lang="en-US"/>
            <a:t>Order Flow:</a:t>
          </a:r>
        </a:p>
      </dgm:t>
    </dgm:pt>
    <dgm:pt modelId="{145BD8BA-8207-4614-802A-23030CE13379}" type="parTrans" cxnId="{A306E6DC-7CE7-4DD4-A01F-7BFF0861F127}">
      <dgm:prSet/>
      <dgm:spPr/>
      <dgm:t>
        <a:bodyPr/>
        <a:lstStyle/>
        <a:p>
          <a:endParaRPr lang="en-US"/>
        </a:p>
      </dgm:t>
    </dgm:pt>
    <dgm:pt modelId="{0960B407-D195-43A5-B47E-5F1F77B400BB}" type="sibTrans" cxnId="{A306E6DC-7CE7-4DD4-A01F-7BFF0861F127}">
      <dgm:prSet/>
      <dgm:spPr/>
      <dgm:t>
        <a:bodyPr/>
        <a:lstStyle/>
        <a:p>
          <a:endParaRPr lang="en-US"/>
        </a:p>
      </dgm:t>
    </dgm:pt>
    <dgm:pt modelId="{CDAAB84C-C241-4659-A31C-54824A5B8651}">
      <dgm:prSet/>
      <dgm:spPr/>
      <dgm:t>
        <a:bodyPr/>
        <a:lstStyle/>
        <a:p>
          <a:r>
            <a:rPr lang="en-US"/>
            <a:t>Custom metrics: Computes the percentage of passed, partial-pass, and failed order items between </a:t>
          </a:r>
          <a:r>
            <a:rPr lang="en-US" b="1"/>
            <a:t>Expected Items </a:t>
          </a:r>
          <a:r>
            <a:rPr lang="en-US"/>
            <a:t>and </a:t>
          </a:r>
          <a:r>
            <a:rPr lang="en-US" b="1"/>
            <a:t>Extracted Items</a:t>
          </a:r>
          <a:endParaRPr lang="en-US"/>
        </a:p>
      </dgm:t>
    </dgm:pt>
    <dgm:pt modelId="{D2AA68CD-4353-42DB-BBEE-7B5626F16C21}" type="parTrans" cxnId="{15D9B8EF-A876-4078-AB0F-0FF41ADCE0CA}">
      <dgm:prSet/>
      <dgm:spPr/>
      <dgm:t>
        <a:bodyPr/>
        <a:lstStyle/>
        <a:p>
          <a:endParaRPr lang="en-US"/>
        </a:p>
      </dgm:t>
    </dgm:pt>
    <dgm:pt modelId="{F35A0BD1-73BF-4FA6-83FE-AFCC968EBAE8}" type="sibTrans" cxnId="{15D9B8EF-A876-4078-AB0F-0FF41ADCE0CA}">
      <dgm:prSet/>
      <dgm:spPr/>
      <dgm:t>
        <a:bodyPr/>
        <a:lstStyle/>
        <a:p>
          <a:endParaRPr lang="en-US"/>
        </a:p>
      </dgm:t>
    </dgm:pt>
    <dgm:pt modelId="{CE38472F-9082-4EE5-9C4F-65D197663D83}">
      <dgm:prSet/>
      <dgm:spPr/>
      <dgm:t>
        <a:bodyPr/>
        <a:lstStyle/>
        <a:p>
          <a:r>
            <a:rPr lang="en-US"/>
            <a:t>End-to-End: </a:t>
          </a:r>
        </a:p>
      </dgm:t>
    </dgm:pt>
    <dgm:pt modelId="{0C6FA0D8-E705-459D-80D6-47F99D6DF4C9}" type="parTrans" cxnId="{C87AF316-D522-435F-BB4E-C12626B70D8D}">
      <dgm:prSet/>
      <dgm:spPr/>
      <dgm:t>
        <a:bodyPr/>
        <a:lstStyle/>
        <a:p>
          <a:endParaRPr lang="en-US"/>
        </a:p>
      </dgm:t>
    </dgm:pt>
    <dgm:pt modelId="{CAB4E9A0-2070-439D-B258-46D5BE8D2562}" type="sibTrans" cxnId="{C87AF316-D522-435F-BB4E-C12626B70D8D}">
      <dgm:prSet/>
      <dgm:spPr/>
      <dgm:t>
        <a:bodyPr/>
        <a:lstStyle/>
        <a:p>
          <a:endParaRPr lang="en-US"/>
        </a:p>
      </dgm:t>
    </dgm:pt>
    <dgm:pt modelId="{77553173-1D62-4CC2-9376-2CC5CC9BBA03}">
      <dgm:prSet/>
      <dgm:spPr/>
      <dgm:t>
        <a:bodyPr/>
        <a:lstStyle/>
        <a:p>
          <a:r>
            <a:rPr lang="en-US"/>
            <a:t>Evaluated intent, flow used, groundedness, relevance, coherence, and fluency against menu and brand alignment.</a:t>
          </a:r>
        </a:p>
      </dgm:t>
    </dgm:pt>
    <dgm:pt modelId="{12C4573D-33A4-42C5-B3B2-D1C27B62E94F}" type="parTrans" cxnId="{DAE38792-0DA0-4E1C-89FE-FAF281E4723A}">
      <dgm:prSet/>
      <dgm:spPr/>
      <dgm:t>
        <a:bodyPr/>
        <a:lstStyle/>
        <a:p>
          <a:endParaRPr lang="en-US"/>
        </a:p>
      </dgm:t>
    </dgm:pt>
    <dgm:pt modelId="{46B28C6C-7762-4EE8-96F2-2EDC718E4C63}" type="sibTrans" cxnId="{DAE38792-0DA0-4E1C-89FE-FAF281E4723A}">
      <dgm:prSet/>
      <dgm:spPr/>
      <dgm:t>
        <a:bodyPr/>
        <a:lstStyle/>
        <a:p>
          <a:endParaRPr lang="en-US"/>
        </a:p>
      </dgm:t>
    </dgm:pt>
    <dgm:pt modelId="{7890C0D2-3012-4977-9E45-ED3FB870DC00}">
      <dgm:prSet/>
      <dgm:spPr/>
      <dgm:t>
        <a:bodyPr/>
        <a:lstStyle/>
        <a:p>
          <a:r>
            <a:rPr lang="en-US"/>
            <a:t>Response generated using gpt-4o model evaluated using gpt-4.1, o1, o3-mini, and o4-mini models.</a:t>
          </a:r>
        </a:p>
      </dgm:t>
    </dgm:pt>
    <dgm:pt modelId="{29409005-C655-40C5-96D5-BBABFAF2A3D9}" type="parTrans" cxnId="{BEC4A8A1-2674-4AE3-9E8E-4486BF19BAAA}">
      <dgm:prSet/>
      <dgm:spPr/>
      <dgm:t>
        <a:bodyPr/>
        <a:lstStyle/>
        <a:p>
          <a:endParaRPr lang="en-US"/>
        </a:p>
      </dgm:t>
    </dgm:pt>
    <dgm:pt modelId="{CC418994-90BF-4D77-AA8B-5242BC52372D}" type="sibTrans" cxnId="{BEC4A8A1-2674-4AE3-9E8E-4486BF19BAAA}">
      <dgm:prSet/>
      <dgm:spPr/>
      <dgm:t>
        <a:bodyPr/>
        <a:lstStyle/>
        <a:p>
          <a:endParaRPr lang="en-US"/>
        </a:p>
      </dgm:t>
    </dgm:pt>
    <dgm:pt modelId="{FE905472-5235-4679-808F-41285A0A29CF}">
      <dgm:prSet/>
      <dgm:spPr/>
      <dgm:t>
        <a:bodyPr/>
        <a:lstStyle/>
        <a:p>
          <a:r>
            <a:rPr lang="en-US"/>
            <a:t>Used both Azure AI and Custom metric evaluation</a:t>
          </a:r>
        </a:p>
      </dgm:t>
    </dgm:pt>
    <dgm:pt modelId="{B7390D2E-2D10-469A-B61F-2EAE22C5046B}" type="parTrans" cxnId="{3068D9BC-1A92-4415-94EF-5596B2A29A3B}">
      <dgm:prSet/>
      <dgm:spPr/>
      <dgm:t>
        <a:bodyPr/>
        <a:lstStyle/>
        <a:p>
          <a:endParaRPr lang="en-US"/>
        </a:p>
      </dgm:t>
    </dgm:pt>
    <dgm:pt modelId="{7E43DF6B-6803-46F5-AC62-DD92E664C656}" type="sibTrans" cxnId="{3068D9BC-1A92-4415-94EF-5596B2A29A3B}">
      <dgm:prSet/>
      <dgm:spPr/>
      <dgm:t>
        <a:bodyPr/>
        <a:lstStyle/>
        <a:p>
          <a:endParaRPr lang="en-US"/>
        </a:p>
      </dgm:t>
    </dgm:pt>
    <dgm:pt modelId="{E7085D59-EF2B-4FB2-BF90-9DB56AF68708}" type="pres">
      <dgm:prSet presAssocID="{7797787A-A9AC-41CA-9DE1-CEE1830F6578}" presName="linear" presStyleCnt="0">
        <dgm:presLayoutVars>
          <dgm:animLvl val="lvl"/>
          <dgm:resizeHandles val="exact"/>
        </dgm:presLayoutVars>
      </dgm:prSet>
      <dgm:spPr/>
    </dgm:pt>
    <dgm:pt modelId="{3ADA21E2-0ECB-491D-8BF6-B58F6F6787F8}" type="pres">
      <dgm:prSet presAssocID="{DDC88D54-657A-418A-8DB7-87C646418224}" presName="parentText" presStyleLbl="node1" presStyleIdx="0" presStyleCnt="4">
        <dgm:presLayoutVars>
          <dgm:chMax val="0"/>
          <dgm:bulletEnabled val="1"/>
        </dgm:presLayoutVars>
      </dgm:prSet>
      <dgm:spPr/>
    </dgm:pt>
    <dgm:pt modelId="{EDCC1A5D-3E87-42A4-B790-D6D48B80A208}" type="pres">
      <dgm:prSet presAssocID="{DDC88D54-657A-418A-8DB7-87C646418224}" presName="childText" presStyleLbl="revTx" presStyleIdx="0" presStyleCnt="4">
        <dgm:presLayoutVars>
          <dgm:bulletEnabled val="1"/>
        </dgm:presLayoutVars>
      </dgm:prSet>
      <dgm:spPr/>
    </dgm:pt>
    <dgm:pt modelId="{D5EDB553-1BDA-444A-90F2-72D082068367}" type="pres">
      <dgm:prSet presAssocID="{038F6A8E-8119-4F51-AC9C-90AA3B16EB77}" presName="parentText" presStyleLbl="node1" presStyleIdx="1" presStyleCnt="4">
        <dgm:presLayoutVars>
          <dgm:chMax val="0"/>
          <dgm:bulletEnabled val="1"/>
        </dgm:presLayoutVars>
      </dgm:prSet>
      <dgm:spPr/>
    </dgm:pt>
    <dgm:pt modelId="{BAB4D01B-7DDB-4EAB-A2DE-5705783523EF}" type="pres">
      <dgm:prSet presAssocID="{038F6A8E-8119-4F51-AC9C-90AA3B16EB77}" presName="childText" presStyleLbl="revTx" presStyleIdx="1" presStyleCnt="4">
        <dgm:presLayoutVars>
          <dgm:bulletEnabled val="1"/>
        </dgm:presLayoutVars>
      </dgm:prSet>
      <dgm:spPr/>
    </dgm:pt>
    <dgm:pt modelId="{B51A23C6-4E9F-4D73-8456-CE6713D99C82}" type="pres">
      <dgm:prSet presAssocID="{4F86636C-2CF4-4FEA-A4F2-5F94CE1B6356}" presName="parentText" presStyleLbl="node1" presStyleIdx="2" presStyleCnt="4">
        <dgm:presLayoutVars>
          <dgm:chMax val="0"/>
          <dgm:bulletEnabled val="1"/>
        </dgm:presLayoutVars>
      </dgm:prSet>
      <dgm:spPr/>
    </dgm:pt>
    <dgm:pt modelId="{752D52A0-4B2D-4089-AF80-315A1237DB51}" type="pres">
      <dgm:prSet presAssocID="{4F86636C-2CF4-4FEA-A4F2-5F94CE1B6356}" presName="childText" presStyleLbl="revTx" presStyleIdx="2" presStyleCnt="4">
        <dgm:presLayoutVars>
          <dgm:bulletEnabled val="1"/>
        </dgm:presLayoutVars>
      </dgm:prSet>
      <dgm:spPr/>
    </dgm:pt>
    <dgm:pt modelId="{636931AC-F1DD-4C9A-BCE8-D1C0EF7FAFEF}" type="pres">
      <dgm:prSet presAssocID="{CE38472F-9082-4EE5-9C4F-65D197663D83}" presName="parentText" presStyleLbl="node1" presStyleIdx="3" presStyleCnt="4">
        <dgm:presLayoutVars>
          <dgm:chMax val="0"/>
          <dgm:bulletEnabled val="1"/>
        </dgm:presLayoutVars>
      </dgm:prSet>
      <dgm:spPr/>
    </dgm:pt>
    <dgm:pt modelId="{3A10B3AB-72F7-4922-B57F-DEAA877F782C}" type="pres">
      <dgm:prSet presAssocID="{CE38472F-9082-4EE5-9C4F-65D197663D83}" presName="childText" presStyleLbl="revTx" presStyleIdx="3" presStyleCnt="4">
        <dgm:presLayoutVars>
          <dgm:bulletEnabled val="1"/>
        </dgm:presLayoutVars>
      </dgm:prSet>
      <dgm:spPr/>
    </dgm:pt>
  </dgm:ptLst>
  <dgm:cxnLst>
    <dgm:cxn modelId="{DBEB3E09-7609-4409-812F-6EF01BDC87B3}" type="presOf" srcId="{A0E43F58-8EBC-432A-9AE2-217F6184583B}" destId="{BAB4D01B-7DDB-4EAB-A2DE-5705783523EF}" srcOrd="0" destOrd="0" presId="urn:microsoft.com/office/officeart/2005/8/layout/vList2"/>
    <dgm:cxn modelId="{8CCDC40C-1925-45A0-B7EF-AFBE39E4626B}" type="presOf" srcId="{FE905472-5235-4679-808F-41285A0A29CF}" destId="{3A10B3AB-72F7-4922-B57F-DEAA877F782C}" srcOrd="0" destOrd="2" presId="urn:microsoft.com/office/officeart/2005/8/layout/vList2"/>
    <dgm:cxn modelId="{0A8CD50E-FF96-4164-8010-D4CA58BFB634}" srcId="{7797787A-A9AC-41CA-9DE1-CEE1830F6578}" destId="{DDC88D54-657A-418A-8DB7-87C646418224}" srcOrd="0" destOrd="0" parTransId="{300B44AD-BD37-4F8F-83DD-08BEDA6F0231}" sibTransId="{7C9A8FC1-A6FD-440A-8DAC-036133B9FBAA}"/>
    <dgm:cxn modelId="{D5CF6110-BBF6-426F-93A8-B3DE8C7CDBEB}" srcId="{DDC88D54-657A-418A-8DB7-87C646418224}" destId="{F187341C-EF84-4288-8DA8-B7FBB7E9194A}" srcOrd="0" destOrd="0" parTransId="{12A49CCA-B60C-4431-B64D-90829A0C5165}" sibTransId="{CE058E6E-D186-43F6-9D48-5E847617E7CC}"/>
    <dgm:cxn modelId="{C87AF316-D522-435F-BB4E-C12626B70D8D}" srcId="{7797787A-A9AC-41CA-9DE1-CEE1830F6578}" destId="{CE38472F-9082-4EE5-9C4F-65D197663D83}" srcOrd="3" destOrd="0" parTransId="{0C6FA0D8-E705-459D-80D6-47F99D6DF4C9}" sibTransId="{CAB4E9A0-2070-439D-B258-46D5BE8D2562}"/>
    <dgm:cxn modelId="{86900F17-2C6A-4288-AABC-9A3BE96E9C05}" type="presOf" srcId="{CDAAB84C-C241-4659-A31C-54824A5B8651}" destId="{752D52A0-4B2D-4089-AF80-315A1237DB51}" srcOrd="0" destOrd="0" presId="urn:microsoft.com/office/officeart/2005/8/layout/vList2"/>
    <dgm:cxn modelId="{4B941B21-76BB-4F9B-AF17-4815313C0D4E}" srcId="{A0E43F58-8EBC-432A-9AE2-217F6184583B}" destId="{54B390E0-65F0-4C10-A843-3F0D27437599}" srcOrd="2" destOrd="0" parTransId="{C0A33070-7122-45AD-A60B-DAC1774A4C7E}" sibTransId="{A24462EA-C9BB-4B48-BC2D-D079046E37B6}"/>
    <dgm:cxn modelId="{BA69A12C-E632-43FF-A673-1D2A012AB02E}" srcId="{7797787A-A9AC-41CA-9DE1-CEE1830F6578}" destId="{038F6A8E-8119-4F51-AC9C-90AA3B16EB77}" srcOrd="1" destOrd="0" parTransId="{7928C2E6-C42D-4A64-B939-10E46C6C2616}" sibTransId="{995B4978-5C2C-450D-A06E-CC561458C403}"/>
    <dgm:cxn modelId="{539EF73F-F3DE-4EB5-ABEE-7F3C05834E4D}" type="presOf" srcId="{F187341C-EF84-4288-8DA8-B7FBB7E9194A}" destId="{EDCC1A5D-3E87-42A4-B790-D6D48B80A208}" srcOrd="0" destOrd="0" presId="urn:microsoft.com/office/officeart/2005/8/layout/vList2"/>
    <dgm:cxn modelId="{95ABA05E-65BC-4202-A212-E8E52EAD1A6C}" type="presOf" srcId="{1B4C3FA4-A137-4723-BA7E-2B86089F452D}" destId="{BAB4D01B-7DDB-4EAB-A2DE-5705783523EF}" srcOrd="0" destOrd="1" presId="urn:microsoft.com/office/officeart/2005/8/layout/vList2"/>
    <dgm:cxn modelId="{BCF67C50-11F3-439E-B142-16C4AFAA63ED}" type="presOf" srcId="{DDC88D54-657A-418A-8DB7-87C646418224}" destId="{3ADA21E2-0ECB-491D-8BF6-B58F6F6787F8}" srcOrd="0" destOrd="0" presId="urn:microsoft.com/office/officeart/2005/8/layout/vList2"/>
    <dgm:cxn modelId="{C81CAB51-EDE7-405F-B2A2-B5C508796532}" type="presOf" srcId="{7797787A-A9AC-41CA-9DE1-CEE1830F6578}" destId="{E7085D59-EF2B-4FB2-BF90-9DB56AF68708}" srcOrd="0" destOrd="0" presId="urn:microsoft.com/office/officeart/2005/8/layout/vList2"/>
    <dgm:cxn modelId="{09AF7352-82EC-4190-B201-6E0AC8F41CF2}" type="presOf" srcId="{6744A5F2-77D6-41E4-A216-7E249BA245E2}" destId="{BAB4D01B-7DDB-4EAB-A2DE-5705783523EF}" srcOrd="0" destOrd="4" presId="urn:microsoft.com/office/officeart/2005/8/layout/vList2"/>
    <dgm:cxn modelId="{C0C2E287-C28B-426D-B936-5C29BB5398F4}" type="presOf" srcId="{51E51E05-89DA-4F52-8AF9-EAEC49674DCB}" destId="{BAB4D01B-7DDB-4EAB-A2DE-5705783523EF}" srcOrd="0" destOrd="2" presId="urn:microsoft.com/office/officeart/2005/8/layout/vList2"/>
    <dgm:cxn modelId="{DAE38792-0DA0-4E1C-89FE-FAF281E4723A}" srcId="{CE38472F-9082-4EE5-9C4F-65D197663D83}" destId="{77553173-1D62-4CC2-9376-2CC5CC9BBA03}" srcOrd="0" destOrd="0" parTransId="{12C4573D-33A4-42C5-B3B2-D1C27B62E94F}" sibTransId="{46B28C6C-7762-4EE8-96F2-2EDC718E4C63}"/>
    <dgm:cxn modelId="{6FA1099F-127D-4D26-AD9F-5676F417172B}" type="presOf" srcId="{54B390E0-65F0-4C10-A843-3F0D27437599}" destId="{BAB4D01B-7DDB-4EAB-A2DE-5705783523EF}" srcOrd="0" destOrd="3" presId="urn:microsoft.com/office/officeart/2005/8/layout/vList2"/>
    <dgm:cxn modelId="{BEC4A8A1-2674-4AE3-9E8E-4486BF19BAAA}" srcId="{CE38472F-9082-4EE5-9C4F-65D197663D83}" destId="{7890C0D2-3012-4977-9E45-ED3FB870DC00}" srcOrd="1" destOrd="0" parTransId="{29409005-C655-40C5-96D5-BBABFAF2A3D9}" sibTransId="{CC418994-90BF-4D77-AA8B-5242BC52372D}"/>
    <dgm:cxn modelId="{59B405B2-E6DB-4578-9A06-850B0AA5DF63}" type="presOf" srcId="{7890C0D2-3012-4977-9E45-ED3FB870DC00}" destId="{3A10B3AB-72F7-4922-B57F-DEAA877F782C}" srcOrd="0" destOrd="1" presId="urn:microsoft.com/office/officeart/2005/8/layout/vList2"/>
    <dgm:cxn modelId="{38C74CB5-C3F8-4058-85D3-DB9622BB134F}" srcId="{038F6A8E-8119-4F51-AC9C-90AA3B16EB77}" destId="{6744A5F2-77D6-41E4-A216-7E249BA245E2}" srcOrd="1" destOrd="0" parTransId="{C45E5535-3D3E-488D-B605-8B56622A0C91}" sibTransId="{12226D27-81CC-446A-8A1A-77DE01DB2136}"/>
    <dgm:cxn modelId="{3068D9BC-1A92-4415-94EF-5596B2A29A3B}" srcId="{CE38472F-9082-4EE5-9C4F-65D197663D83}" destId="{FE905472-5235-4679-808F-41285A0A29CF}" srcOrd="2" destOrd="0" parTransId="{B7390D2E-2D10-469A-B61F-2EAE22C5046B}" sibTransId="{7E43DF6B-6803-46F5-AC62-DD92E664C656}"/>
    <dgm:cxn modelId="{755E84BD-5E9B-458C-8D55-DE259634C719}" srcId="{038F6A8E-8119-4F51-AC9C-90AA3B16EB77}" destId="{A0E43F58-8EBC-432A-9AE2-217F6184583B}" srcOrd="0" destOrd="0" parTransId="{8800640F-D241-4BD4-8914-A16874DF5C21}" sibTransId="{894E4923-3BE9-420A-896D-87516E3C7F1C}"/>
    <dgm:cxn modelId="{4A8BDFC7-0A56-4285-B42F-A3817FFF024F}" type="presOf" srcId="{CE38472F-9082-4EE5-9C4F-65D197663D83}" destId="{636931AC-F1DD-4C9A-BCE8-D1C0EF7FAFEF}" srcOrd="0" destOrd="0" presId="urn:microsoft.com/office/officeart/2005/8/layout/vList2"/>
    <dgm:cxn modelId="{6E7C56C8-9469-4C69-B7F5-5AADB308505F}" srcId="{A0E43F58-8EBC-432A-9AE2-217F6184583B}" destId="{1B4C3FA4-A137-4723-BA7E-2B86089F452D}" srcOrd="0" destOrd="0" parTransId="{E4D4035F-AB6D-4AB4-8237-AEF2D8ADD6D4}" sibTransId="{F33FB146-4368-4622-97A7-69BCAACFEE22}"/>
    <dgm:cxn modelId="{7F5C37D4-66E8-4FC2-B908-225828FA2712}" srcId="{A0E43F58-8EBC-432A-9AE2-217F6184583B}" destId="{51E51E05-89DA-4F52-8AF9-EAEC49674DCB}" srcOrd="1" destOrd="0" parTransId="{62641EC6-E750-46BB-9528-CC5076933045}" sibTransId="{E58033AB-1CC4-455A-9335-D9EA3B195DBC}"/>
    <dgm:cxn modelId="{A306E6DC-7CE7-4DD4-A01F-7BFF0861F127}" srcId="{7797787A-A9AC-41CA-9DE1-CEE1830F6578}" destId="{4F86636C-2CF4-4FEA-A4F2-5F94CE1B6356}" srcOrd="2" destOrd="0" parTransId="{145BD8BA-8207-4614-802A-23030CE13379}" sibTransId="{0960B407-D195-43A5-B47E-5F1F77B400BB}"/>
    <dgm:cxn modelId="{6A6B00E1-79A6-4D3C-B105-AB6EB3C9D516}" type="presOf" srcId="{77553173-1D62-4CC2-9376-2CC5CC9BBA03}" destId="{3A10B3AB-72F7-4922-B57F-DEAA877F782C}" srcOrd="0" destOrd="0" presId="urn:microsoft.com/office/officeart/2005/8/layout/vList2"/>
    <dgm:cxn modelId="{A0C216E6-C19E-4A60-A792-E1FA56D66FD6}" type="presOf" srcId="{4F86636C-2CF4-4FEA-A4F2-5F94CE1B6356}" destId="{B51A23C6-4E9F-4D73-8456-CE6713D99C82}" srcOrd="0" destOrd="0" presId="urn:microsoft.com/office/officeart/2005/8/layout/vList2"/>
    <dgm:cxn modelId="{15D9B8EF-A876-4078-AB0F-0FF41ADCE0CA}" srcId="{4F86636C-2CF4-4FEA-A4F2-5F94CE1B6356}" destId="{CDAAB84C-C241-4659-A31C-54824A5B8651}" srcOrd="0" destOrd="0" parTransId="{D2AA68CD-4353-42DB-BBEE-7B5626F16C21}" sibTransId="{F35A0BD1-73BF-4FA6-83FE-AFCC968EBAE8}"/>
    <dgm:cxn modelId="{840F36FF-F19A-490D-A85C-573FCC91BACB}" type="presOf" srcId="{038F6A8E-8119-4F51-AC9C-90AA3B16EB77}" destId="{D5EDB553-1BDA-444A-90F2-72D082068367}" srcOrd="0" destOrd="0" presId="urn:microsoft.com/office/officeart/2005/8/layout/vList2"/>
    <dgm:cxn modelId="{B358BFED-85CB-44BB-9914-2BE590C05C9A}" type="presParOf" srcId="{E7085D59-EF2B-4FB2-BF90-9DB56AF68708}" destId="{3ADA21E2-0ECB-491D-8BF6-B58F6F6787F8}" srcOrd="0" destOrd="0" presId="urn:microsoft.com/office/officeart/2005/8/layout/vList2"/>
    <dgm:cxn modelId="{90B5D7B5-8721-4752-8C1C-C377BF60CDBC}" type="presParOf" srcId="{E7085D59-EF2B-4FB2-BF90-9DB56AF68708}" destId="{EDCC1A5D-3E87-42A4-B790-D6D48B80A208}" srcOrd="1" destOrd="0" presId="urn:microsoft.com/office/officeart/2005/8/layout/vList2"/>
    <dgm:cxn modelId="{C57854B9-A207-4874-AA33-2403B7D4DFBB}" type="presParOf" srcId="{E7085D59-EF2B-4FB2-BF90-9DB56AF68708}" destId="{D5EDB553-1BDA-444A-90F2-72D082068367}" srcOrd="2" destOrd="0" presId="urn:microsoft.com/office/officeart/2005/8/layout/vList2"/>
    <dgm:cxn modelId="{EC165C1B-8D6D-459B-9223-BF218ACC096B}" type="presParOf" srcId="{E7085D59-EF2B-4FB2-BF90-9DB56AF68708}" destId="{BAB4D01B-7DDB-4EAB-A2DE-5705783523EF}" srcOrd="3" destOrd="0" presId="urn:microsoft.com/office/officeart/2005/8/layout/vList2"/>
    <dgm:cxn modelId="{96E442C5-61EF-4B51-B68C-74D338D6976C}" type="presParOf" srcId="{E7085D59-EF2B-4FB2-BF90-9DB56AF68708}" destId="{B51A23C6-4E9F-4D73-8456-CE6713D99C82}" srcOrd="4" destOrd="0" presId="urn:microsoft.com/office/officeart/2005/8/layout/vList2"/>
    <dgm:cxn modelId="{0C11E82D-0436-4BBC-A30B-F892088D972F}" type="presParOf" srcId="{E7085D59-EF2B-4FB2-BF90-9DB56AF68708}" destId="{752D52A0-4B2D-4089-AF80-315A1237DB51}" srcOrd="5" destOrd="0" presId="urn:microsoft.com/office/officeart/2005/8/layout/vList2"/>
    <dgm:cxn modelId="{18DCB6EE-B43D-4DA3-AAD5-5F5B5DE51AFF}" type="presParOf" srcId="{E7085D59-EF2B-4FB2-BF90-9DB56AF68708}" destId="{636931AC-F1DD-4C9A-BCE8-D1C0EF7FAFEF}" srcOrd="6" destOrd="0" presId="urn:microsoft.com/office/officeart/2005/8/layout/vList2"/>
    <dgm:cxn modelId="{31155411-949A-4D38-8F5F-B830C31DE92A}" type="presParOf" srcId="{E7085D59-EF2B-4FB2-BF90-9DB56AF68708}" destId="{3A10B3AB-72F7-4922-B57F-DEAA877F782C}"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EB7BE5-52A8-4E91-A713-D0CBBE69CD55}">
      <dsp:nvSpPr>
        <dsp:cNvPr id="0" name=""/>
        <dsp:cNvSpPr/>
      </dsp:nvSpPr>
      <dsp:spPr>
        <a:xfrm>
          <a:off x="752566" y="1045320"/>
          <a:ext cx="1066720" cy="10667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13012B-B16C-438C-9F1D-DDDD8AA0A040}">
      <dsp:nvSpPr>
        <dsp:cNvPr id="0" name=""/>
        <dsp:cNvSpPr/>
      </dsp:nvSpPr>
      <dsp:spPr>
        <a:xfrm>
          <a:off x="100682"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Project Overview</a:t>
          </a:r>
        </a:p>
      </dsp:txBody>
      <dsp:txXfrm>
        <a:off x="100682" y="2427484"/>
        <a:ext cx="2370489" cy="720000"/>
      </dsp:txXfrm>
    </dsp:sp>
    <dsp:sp modelId="{2D82C17C-252D-458C-8B37-C3B652B2D407}">
      <dsp:nvSpPr>
        <dsp:cNvPr id="0" name=""/>
        <dsp:cNvSpPr/>
      </dsp:nvSpPr>
      <dsp:spPr>
        <a:xfrm>
          <a:off x="3537891" y="1045320"/>
          <a:ext cx="1066720" cy="10667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D2E7246-4922-45F9-AE33-DF487E7E4C37}">
      <dsp:nvSpPr>
        <dsp:cNvPr id="0" name=""/>
        <dsp:cNvSpPr/>
      </dsp:nvSpPr>
      <dsp:spPr>
        <a:xfrm>
          <a:off x="2886007"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Demo</a:t>
          </a:r>
        </a:p>
      </dsp:txBody>
      <dsp:txXfrm>
        <a:off x="2886007" y="2427484"/>
        <a:ext cx="2370489" cy="720000"/>
      </dsp:txXfrm>
    </dsp:sp>
    <dsp:sp modelId="{730B86BE-7E78-474E-A157-597C4A9BBE8E}">
      <dsp:nvSpPr>
        <dsp:cNvPr id="0" name=""/>
        <dsp:cNvSpPr/>
      </dsp:nvSpPr>
      <dsp:spPr>
        <a:xfrm>
          <a:off x="6323216" y="1045320"/>
          <a:ext cx="1066720" cy="10667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AED177-FDB7-44BC-BA0C-CC2490EBF8EA}">
      <dsp:nvSpPr>
        <dsp:cNvPr id="0" name=""/>
        <dsp:cNvSpPr/>
      </dsp:nvSpPr>
      <dsp:spPr>
        <a:xfrm>
          <a:off x="5671332"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Implementation</a:t>
          </a:r>
        </a:p>
      </dsp:txBody>
      <dsp:txXfrm>
        <a:off x="5671332" y="2427484"/>
        <a:ext cx="2370489" cy="720000"/>
      </dsp:txXfrm>
    </dsp:sp>
    <dsp:sp modelId="{6B27636A-EF54-4F1F-9053-78A7FFCB4FC7}">
      <dsp:nvSpPr>
        <dsp:cNvPr id="0" name=""/>
        <dsp:cNvSpPr/>
      </dsp:nvSpPr>
      <dsp:spPr>
        <a:xfrm>
          <a:off x="9108541" y="1045320"/>
          <a:ext cx="1066720" cy="10667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3ED2FFB-568E-4500-9145-639DDC58E692}">
      <dsp:nvSpPr>
        <dsp:cNvPr id="0" name=""/>
        <dsp:cNvSpPr/>
      </dsp:nvSpPr>
      <dsp:spPr>
        <a:xfrm>
          <a:off x="8456657"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Evaluation</a:t>
          </a:r>
        </a:p>
      </dsp:txBody>
      <dsp:txXfrm>
        <a:off x="8456657" y="2427484"/>
        <a:ext cx="2370489"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618079-D158-4BAE-B481-91441850EB9B}">
      <dsp:nvSpPr>
        <dsp:cNvPr id="0" name=""/>
        <dsp:cNvSpPr/>
      </dsp:nvSpPr>
      <dsp:spPr>
        <a:xfrm>
          <a:off x="205509" y="828340"/>
          <a:ext cx="911674" cy="91167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66A235-EE1A-4016-8CE6-DDE11556363E}">
      <dsp:nvSpPr>
        <dsp:cNvPr id="0" name=""/>
        <dsp:cNvSpPr/>
      </dsp:nvSpPr>
      <dsp:spPr>
        <a:xfrm>
          <a:off x="396960" y="1019791"/>
          <a:ext cx="528770" cy="5287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8C67D81-5872-4B4F-89E1-45EC65F1E928}">
      <dsp:nvSpPr>
        <dsp:cNvPr id="0" name=""/>
        <dsp:cNvSpPr/>
      </dsp:nvSpPr>
      <dsp:spPr>
        <a:xfrm>
          <a:off x="1312541" y="82834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This project represents a solution in conversational AI.</a:t>
          </a:r>
        </a:p>
      </dsp:txBody>
      <dsp:txXfrm>
        <a:off x="1312541" y="828340"/>
        <a:ext cx="2148945" cy="911674"/>
      </dsp:txXfrm>
    </dsp:sp>
    <dsp:sp modelId="{CBB6C23C-81B9-4C8C-8B2D-0C0EE03710A4}">
      <dsp:nvSpPr>
        <dsp:cNvPr id="0" name=""/>
        <dsp:cNvSpPr/>
      </dsp:nvSpPr>
      <dsp:spPr>
        <a:xfrm>
          <a:off x="3835925" y="828340"/>
          <a:ext cx="911674" cy="91167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16EECD-A127-4F24-BF13-ADDC453C19BF}">
      <dsp:nvSpPr>
        <dsp:cNvPr id="0" name=""/>
        <dsp:cNvSpPr/>
      </dsp:nvSpPr>
      <dsp:spPr>
        <a:xfrm>
          <a:off x="4027376" y="1019791"/>
          <a:ext cx="528770" cy="5287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E03812-71CA-4DFF-A535-FAFB2AB7963F}">
      <dsp:nvSpPr>
        <dsp:cNvPr id="0" name=""/>
        <dsp:cNvSpPr/>
      </dsp:nvSpPr>
      <dsp:spPr>
        <a:xfrm>
          <a:off x="4942957" y="82834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Modularized for seamless integration across multiple brands.</a:t>
          </a:r>
        </a:p>
      </dsp:txBody>
      <dsp:txXfrm>
        <a:off x="4942957" y="828340"/>
        <a:ext cx="2148945" cy="911674"/>
      </dsp:txXfrm>
    </dsp:sp>
    <dsp:sp modelId="{0E0F8C13-BAA8-4DDA-AA26-3E9CAAB8DF96}">
      <dsp:nvSpPr>
        <dsp:cNvPr id="0" name=""/>
        <dsp:cNvSpPr/>
      </dsp:nvSpPr>
      <dsp:spPr>
        <a:xfrm>
          <a:off x="7466341" y="828340"/>
          <a:ext cx="911674" cy="91167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B4A6BA-5395-44A3-925F-B2D283F88582}">
      <dsp:nvSpPr>
        <dsp:cNvPr id="0" name=""/>
        <dsp:cNvSpPr/>
      </dsp:nvSpPr>
      <dsp:spPr>
        <a:xfrm>
          <a:off x="7657792" y="1019791"/>
          <a:ext cx="528770" cy="52877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510A52A-B6DD-415A-A65C-8F7AB17C4835}">
      <dsp:nvSpPr>
        <dsp:cNvPr id="0" name=""/>
        <dsp:cNvSpPr/>
      </dsp:nvSpPr>
      <dsp:spPr>
        <a:xfrm>
          <a:off x="8573374" y="82834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dirty="0"/>
            <a:t>Brand-specific personality adaptation.</a:t>
          </a:r>
        </a:p>
      </dsp:txBody>
      <dsp:txXfrm>
        <a:off x="8573374" y="828340"/>
        <a:ext cx="2148945" cy="911674"/>
      </dsp:txXfrm>
    </dsp:sp>
    <dsp:sp modelId="{B7055632-0968-4AD2-A8E6-859ECFFBB682}">
      <dsp:nvSpPr>
        <dsp:cNvPr id="0" name=""/>
        <dsp:cNvSpPr/>
      </dsp:nvSpPr>
      <dsp:spPr>
        <a:xfrm>
          <a:off x="205509" y="2452790"/>
          <a:ext cx="911674" cy="911674"/>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3D189A-4075-40AB-B861-BE88CC904B7C}">
      <dsp:nvSpPr>
        <dsp:cNvPr id="0" name=""/>
        <dsp:cNvSpPr/>
      </dsp:nvSpPr>
      <dsp:spPr>
        <a:xfrm>
          <a:off x="396960" y="2644242"/>
          <a:ext cx="528770" cy="52877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E83BBB-2396-4112-9D40-FA1AB61EC672}">
      <dsp:nvSpPr>
        <dsp:cNvPr id="0" name=""/>
        <dsp:cNvSpPr/>
      </dsp:nvSpPr>
      <dsp:spPr>
        <a:xfrm>
          <a:off x="1312541" y="245279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Comprehensive evaluation framework.</a:t>
          </a:r>
        </a:p>
      </dsp:txBody>
      <dsp:txXfrm>
        <a:off x="1312541" y="2452790"/>
        <a:ext cx="2148945" cy="911674"/>
      </dsp:txXfrm>
    </dsp:sp>
    <dsp:sp modelId="{6FC59F77-062F-4135-AA81-A94537BDB8F5}">
      <dsp:nvSpPr>
        <dsp:cNvPr id="0" name=""/>
        <dsp:cNvSpPr/>
      </dsp:nvSpPr>
      <dsp:spPr>
        <a:xfrm>
          <a:off x="3835925" y="2452790"/>
          <a:ext cx="911674" cy="911674"/>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5B4B3A-866C-4386-979E-C30927EB50A7}">
      <dsp:nvSpPr>
        <dsp:cNvPr id="0" name=""/>
        <dsp:cNvSpPr/>
      </dsp:nvSpPr>
      <dsp:spPr>
        <a:xfrm>
          <a:off x="4027376" y="2644242"/>
          <a:ext cx="528770" cy="52877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1E368B5-EC08-43DB-99A1-94C14AA91922}">
      <dsp:nvSpPr>
        <dsp:cNvPr id="0" name=""/>
        <dsp:cNvSpPr/>
      </dsp:nvSpPr>
      <dsp:spPr>
        <a:xfrm>
          <a:off x="4942957" y="245279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Delivers a scalable, intelligent ordering system</a:t>
          </a:r>
        </a:p>
      </dsp:txBody>
      <dsp:txXfrm>
        <a:off x="4942957" y="2452790"/>
        <a:ext cx="2148945" cy="9116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8990B0-1B18-487E-A0AF-7133EDE70279}">
      <dsp:nvSpPr>
        <dsp:cNvPr id="0" name=""/>
        <dsp:cNvSpPr/>
      </dsp:nvSpPr>
      <dsp:spPr>
        <a:xfrm>
          <a:off x="1283" y="507350"/>
          <a:ext cx="4505585" cy="2861046"/>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4FF51E91-DF54-44A5-82A8-4C4B7C14522C}">
      <dsp:nvSpPr>
        <dsp:cNvPr id="0" name=""/>
        <dsp:cNvSpPr/>
      </dsp:nvSpPr>
      <dsp:spPr>
        <a:xfrm>
          <a:off x="501904" y="982940"/>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Brand Persona: Maintaining consistent brand personality and values.</a:t>
          </a:r>
        </a:p>
      </dsp:txBody>
      <dsp:txXfrm>
        <a:off x="585701" y="1066737"/>
        <a:ext cx="4337991" cy="2693452"/>
      </dsp:txXfrm>
    </dsp:sp>
    <dsp:sp modelId="{EE677303-A438-415C-B1E9-195EA192C455}">
      <dsp:nvSpPr>
        <dsp:cNvPr id="0" name=""/>
        <dsp:cNvSpPr/>
      </dsp:nvSpPr>
      <dsp:spPr>
        <a:xfrm>
          <a:off x="5508110" y="507350"/>
          <a:ext cx="4505585" cy="2861046"/>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D4C1CD27-FDDF-41C5-B1F6-869DA2862C72}">
      <dsp:nvSpPr>
        <dsp:cNvPr id="0" name=""/>
        <dsp:cNvSpPr/>
      </dsp:nvSpPr>
      <dsp:spPr>
        <a:xfrm>
          <a:off x="6008730" y="982940"/>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a:t>Conversation Style: Multiple conversational style integration with brand personality.</a:t>
          </a:r>
        </a:p>
      </dsp:txBody>
      <dsp:txXfrm>
        <a:off x="6092527" y="1066737"/>
        <a:ext cx="4337991" cy="269345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DA21E2-0ECB-491D-8BF6-B58F6F6787F8}">
      <dsp:nvSpPr>
        <dsp:cNvPr id="0" name=""/>
        <dsp:cNvSpPr/>
      </dsp:nvSpPr>
      <dsp:spPr>
        <a:xfrm>
          <a:off x="0" y="152626"/>
          <a:ext cx="10515600" cy="4176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Intent Classification:</a:t>
          </a:r>
        </a:p>
      </dsp:txBody>
      <dsp:txXfrm>
        <a:off x="20390" y="173016"/>
        <a:ext cx="10474820" cy="376910"/>
      </dsp:txXfrm>
    </dsp:sp>
    <dsp:sp modelId="{EDCC1A5D-3E87-42A4-B790-D6D48B80A208}">
      <dsp:nvSpPr>
        <dsp:cNvPr id="0" name=""/>
        <dsp:cNvSpPr/>
      </dsp:nvSpPr>
      <dsp:spPr>
        <a:xfrm>
          <a:off x="0" y="570316"/>
          <a:ext cx="10515600" cy="281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a:t>SK learn binary classification</a:t>
          </a:r>
        </a:p>
      </dsp:txBody>
      <dsp:txXfrm>
        <a:off x="0" y="570316"/>
        <a:ext cx="10515600" cy="281520"/>
      </dsp:txXfrm>
    </dsp:sp>
    <dsp:sp modelId="{D5EDB553-1BDA-444A-90F2-72D082068367}">
      <dsp:nvSpPr>
        <dsp:cNvPr id="0" name=""/>
        <dsp:cNvSpPr/>
      </dsp:nvSpPr>
      <dsp:spPr>
        <a:xfrm>
          <a:off x="0" y="851836"/>
          <a:ext cx="10515600" cy="4176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Conversation Flow:</a:t>
          </a:r>
        </a:p>
      </dsp:txBody>
      <dsp:txXfrm>
        <a:off x="20390" y="872226"/>
        <a:ext cx="10474820" cy="376910"/>
      </dsp:txXfrm>
    </dsp:sp>
    <dsp:sp modelId="{BAB4D01B-7DDB-4EAB-A2DE-5705783523EF}">
      <dsp:nvSpPr>
        <dsp:cNvPr id="0" name=""/>
        <dsp:cNvSpPr/>
      </dsp:nvSpPr>
      <dsp:spPr>
        <a:xfrm>
          <a:off x="0" y="1269526"/>
          <a:ext cx="10515600" cy="1126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dirty="0"/>
            <a:t>Custom-brand aware metrics: Puts brand configuration into context</a:t>
          </a:r>
        </a:p>
        <a:p>
          <a:pPr marL="228600" lvl="2" indent="-114300" algn="l" defTabSz="577850">
            <a:lnSpc>
              <a:spcPct val="90000"/>
            </a:lnSpc>
            <a:spcBef>
              <a:spcPct val="0"/>
            </a:spcBef>
            <a:spcAft>
              <a:spcPct val="20000"/>
            </a:spcAft>
            <a:buFont typeface="Wingdings" panose="05000000000000000000" pitchFamily="2" charset="2"/>
            <a:buChar char="Ø"/>
          </a:pPr>
          <a:r>
            <a:rPr lang="en-US" sz="1300" b="1" kern="1200" dirty="0"/>
            <a:t>BrandVoiceMetric</a:t>
          </a:r>
          <a:r>
            <a:rPr lang="en-US" sz="1300" kern="1200" dirty="0"/>
            <a:t>: Evaluates consistency with brand voice and personality</a:t>
          </a:r>
        </a:p>
        <a:p>
          <a:pPr marL="228600" lvl="2" indent="-114300" algn="l" defTabSz="577850">
            <a:lnSpc>
              <a:spcPct val="90000"/>
            </a:lnSpc>
            <a:spcBef>
              <a:spcPct val="0"/>
            </a:spcBef>
            <a:spcAft>
              <a:spcPct val="20000"/>
            </a:spcAft>
            <a:buFont typeface="Wingdings" panose="05000000000000000000" pitchFamily="2" charset="2"/>
            <a:buChar char="Ø"/>
          </a:pPr>
          <a:r>
            <a:rPr lang="en-US" sz="1300" b="1" kern="1200" dirty="0" err="1"/>
            <a:t>RelevanceMetric</a:t>
          </a:r>
          <a:r>
            <a:rPr lang="en-US" sz="1300" kern="1200" dirty="0"/>
            <a:t>: Evaluates response relevance and appropriateness</a:t>
          </a:r>
        </a:p>
        <a:p>
          <a:pPr marL="228600" lvl="2" indent="-114300" algn="l" defTabSz="577850">
            <a:lnSpc>
              <a:spcPct val="90000"/>
            </a:lnSpc>
            <a:spcBef>
              <a:spcPct val="0"/>
            </a:spcBef>
            <a:spcAft>
              <a:spcPct val="20000"/>
            </a:spcAft>
            <a:buFont typeface="Wingdings" panose="05000000000000000000" pitchFamily="2" charset="2"/>
            <a:buChar char="Ø"/>
          </a:pPr>
          <a:r>
            <a:rPr lang="en-US" sz="1300" b="1" kern="1200" dirty="0" err="1"/>
            <a:t>TaskCompletionMetric</a:t>
          </a:r>
          <a:r>
            <a:rPr lang="en-US" sz="1300" kern="1200" dirty="0"/>
            <a:t>: Evaluates progress toward completing an order</a:t>
          </a:r>
        </a:p>
        <a:p>
          <a:pPr marL="114300" lvl="1" indent="-114300" algn="l" defTabSz="577850">
            <a:lnSpc>
              <a:spcPct val="90000"/>
            </a:lnSpc>
            <a:spcBef>
              <a:spcPct val="0"/>
            </a:spcBef>
            <a:spcAft>
              <a:spcPct val="20000"/>
            </a:spcAft>
            <a:buChar char="•"/>
          </a:pPr>
          <a:r>
            <a:rPr lang="en-US" sz="1300" kern="1200" dirty="0"/>
            <a:t>Azure AI Evaluator: Relevance, Coherence, and Fluency</a:t>
          </a:r>
        </a:p>
      </dsp:txBody>
      <dsp:txXfrm>
        <a:off x="0" y="1269526"/>
        <a:ext cx="10515600" cy="1126080"/>
      </dsp:txXfrm>
    </dsp:sp>
    <dsp:sp modelId="{B51A23C6-4E9F-4D73-8456-CE6713D99C82}">
      <dsp:nvSpPr>
        <dsp:cNvPr id="0" name=""/>
        <dsp:cNvSpPr/>
      </dsp:nvSpPr>
      <dsp:spPr>
        <a:xfrm>
          <a:off x="0" y="2395606"/>
          <a:ext cx="10515600" cy="4176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Order Flow:</a:t>
          </a:r>
        </a:p>
      </dsp:txBody>
      <dsp:txXfrm>
        <a:off x="20390" y="2415996"/>
        <a:ext cx="10474820" cy="376910"/>
      </dsp:txXfrm>
    </dsp:sp>
    <dsp:sp modelId="{752D52A0-4B2D-4089-AF80-315A1237DB51}">
      <dsp:nvSpPr>
        <dsp:cNvPr id="0" name=""/>
        <dsp:cNvSpPr/>
      </dsp:nvSpPr>
      <dsp:spPr>
        <a:xfrm>
          <a:off x="0" y="2813296"/>
          <a:ext cx="10515600" cy="281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a:t>Custom metrics: Computes the percentage of passed, partial-pass, and failed order items between </a:t>
          </a:r>
          <a:r>
            <a:rPr lang="en-US" sz="1300" b="1" kern="1200"/>
            <a:t>Expected Items </a:t>
          </a:r>
          <a:r>
            <a:rPr lang="en-US" sz="1300" kern="1200"/>
            <a:t>and </a:t>
          </a:r>
          <a:r>
            <a:rPr lang="en-US" sz="1300" b="1" kern="1200"/>
            <a:t>Extracted Items</a:t>
          </a:r>
          <a:endParaRPr lang="en-US" sz="1300" kern="1200"/>
        </a:p>
      </dsp:txBody>
      <dsp:txXfrm>
        <a:off x="0" y="2813296"/>
        <a:ext cx="10515600" cy="281520"/>
      </dsp:txXfrm>
    </dsp:sp>
    <dsp:sp modelId="{636931AC-F1DD-4C9A-BCE8-D1C0EF7FAFEF}">
      <dsp:nvSpPr>
        <dsp:cNvPr id="0" name=""/>
        <dsp:cNvSpPr/>
      </dsp:nvSpPr>
      <dsp:spPr>
        <a:xfrm>
          <a:off x="0" y="3094816"/>
          <a:ext cx="10515600" cy="4176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End-to-End: </a:t>
          </a:r>
        </a:p>
      </dsp:txBody>
      <dsp:txXfrm>
        <a:off x="20390" y="3115206"/>
        <a:ext cx="10474820" cy="376910"/>
      </dsp:txXfrm>
    </dsp:sp>
    <dsp:sp modelId="{3A10B3AB-72F7-4922-B57F-DEAA877F782C}">
      <dsp:nvSpPr>
        <dsp:cNvPr id="0" name=""/>
        <dsp:cNvSpPr/>
      </dsp:nvSpPr>
      <dsp:spPr>
        <a:xfrm>
          <a:off x="0" y="3512506"/>
          <a:ext cx="10515600" cy="6862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a:t>Evaluated intent, flow used, groundedness, relevance, coherence, and fluency against menu and brand alignment.</a:t>
          </a:r>
        </a:p>
        <a:p>
          <a:pPr marL="114300" lvl="1" indent="-114300" algn="l" defTabSz="577850">
            <a:lnSpc>
              <a:spcPct val="90000"/>
            </a:lnSpc>
            <a:spcBef>
              <a:spcPct val="0"/>
            </a:spcBef>
            <a:spcAft>
              <a:spcPct val="20000"/>
            </a:spcAft>
            <a:buChar char="•"/>
          </a:pPr>
          <a:r>
            <a:rPr lang="en-US" sz="1300" kern="1200"/>
            <a:t>Response generated using gpt-4o model evaluated using gpt-4.1, o1, o3-mini, and o4-mini models.</a:t>
          </a:r>
        </a:p>
        <a:p>
          <a:pPr marL="114300" lvl="1" indent="-114300" algn="l" defTabSz="577850">
            <a:lnSpc>
              <a:spcPct val="90000"/>
            </a:lnSpc>
            <a:spcBef>
              <a:spcPct val="0"/>
            </a:spcBef>
            <a:spcAft>
              <a:spcPct val="20000"/>
            </a:spcAft>
            <a:buChar char="•"/>
          </a:pPr>
          <a:r>
            <a:rPr lang="en-US" sz="1300" kern="1200"/>
            <a:t>Used both Azure AI and Custom metric evaluation</a:t>
          </a:r>
        </a:p>
      </dsp:txBody>
      <dsp:txXfrm>
        <a:off x="0" y="3512506"/>
        <a:ext cx="10515600" cy="686204"/>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413682-41C2-4A24-9147-C10DC5FC07FF}" type="datetimeFigureOut">
              <a:rPr lang="en-US" smtClean="0"/>
              <a:t>8/21/2025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1C83AF-C9D1-46B2-B6CB-7F2B3BC7B92F}" type="slidenum">
              <a:rPr lang="en-US" smtClean="0"/>
              <a:t>‹#›</a:t>
            </a:fld>
            <a:endParaRPr lang="en-US"/>
          </a:p>
        </p:txBody>
      </p:sp>
    </p:spTree>
    <p:extLst>
      <p:ext uri="{BB962C8B-B14F-4D97-AF65-F5344CB8AC3E}">
        <p14:creationId xmlns:p14="http://schemas.microsoft.com/office/powerpoint/2010/main" val="3152495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introduce a modular conversational AI solution for restaurant ordering, developed using Semantic Kernel. This system  enables seamless brand alignment, flexible conversational styles, and robust evaluation to deliver a scalable intelligent customer interaction.</a:t>
            </a:r>
          </a:p>
        </p:txBody>
      </p:sp>
      <p:sp>
        <p:nvSpPr>
          <p:cNvPr id="4" name="Slide Number Placeholder 3"/>
          <p:cNvSpPr>
            <a:spLocks noGrp="1"/>
          </p:cNvSpPr>
          <p:nvPr>
            <p:ph type="sldNum" sz="quarter" idx="5"/>
          </p:nvPr>
        </p:nvSpPr>
        <p:spPr/>
        <p:txBody>
          <a:bodyPr/>
          <a:lstStyle/>
          <a:p>
            <a:fld id="{F61C83AF-C9D1-46B2-B6CB-7F2B3BC7B92F}" type="slidenum">
              <a:rPr lang="en-US" smtClean="0"/>
              <a:t>1</a:t>
            </a:fld>
            <a:endParaRPr lang="en-US"/>
          </a:p>
        </p:txBody>
      </p:sp>
    </p:spTree>
    <p:extLst>
      <p:ext uri="{BB962C8B-B14F-4D97-AF65-F5344CB8AC3E}">
        <p14:creationId xmlns:p14="http://schemas.microsoft.com/office/powerpoint/2010/main" val="30637487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address the problem of having a conversational AI system that is brand-aligned, we developed a chatbot and equip it with features that enables it to respond to a user input with traits that showcase the brands values and culture using the Semantic Kernel framework. Semantic kernel has a plugin feature that enables a modularized development that is easily extensible and scalable.  We integrated our features to the chatbot using the semantic kernel plugin. We also designed a multi-layer evaluation framework across different flows and an end-to-end evaluation to ensure a scalable intelligent ordering system.</a:t>
            </a:r>
          </a:p>
        </p:txBody>
      </p:sp>
      <p:sp>
        <p:nvSpPr>
          <p:cNvPr id="4" name="Slide Number Placeholder 3"/>
          <p:cNvSpPr>
            <a:spLocks noGrp="1"/>
          </p:cNvSpPr>
          <p:nvPr>
            <p:ph type="sldNum" sz="quarter" idx="5"/>
          </p:nvPr>
        </p:nvSpPr>
        <p:spPr/>
        <p:txBody>
          <a:bodyPr/>
          <a:lstStyle/>
          <a:p>
            <a:fld id="{F61C83AF-C9D1-46B2-B6CB-7F2B3BC7B92F}" type="slidenum">
              <a:rPr lang="en-US" smtClean="0"/>
              <a:t>3</a:t>
            </a:fld>
            <a:endParaRPr lang="en-US"/>
          </a:p>
        </p:txBody>
      </p:sp>
    </p:spTree>
    <p:extLst>
      <p:ext uri="{BB962C8B-B14F-4D97-AF65-F5344CB8AC3E}">
        <p14:creationId xmlns:p14="http://schemas.microsoft.com/office/powerpoint/2010/main" val="23706265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switched to the live demo, here is a screenshot of the chatbot interface.</a:t>
            </a:r>
            <a:br>
              <a:rPr lang="en-US" dirty="0"/>
            </a:br>
            <a:r>
              <a:rPr lang="en-US" dirty="0"/>
              <a:t>Choose a tone: Gives you the option to select the conversational tone – Default is the brand personality tone, we also have casual and </a:t>
            </a:r>
            <a:r>
              <a:rPr lang="en-US" dirty="0" err="1"/>
              <a:t>genz</a:t>
            </a:r>
            <a:r>
              <a:rPr lang="en-US" dirty="0"/>
              <a:t> which are variant of the default tone.</a:t>
            </a:r>
          </a:p>
          <a:p>
            <a:r>
              <a:rPr lang="en-US" dirty="0"/>
              <a:t>Select Model: Allows users to select the model of choice</a:t>
            </a:r>
          </a:p>
          <a:p>
            <a:r>
              <a:rPr lang="en-US" dirty="0"/>
              <a:t>Total interactions: is the number of interaction turn</a:t>
            </a:r>
          </a:p>
          <a:p>
            <a:r>
              <a:rPr lang="en-US" dirty="0"/>
              <a:t>Average Total Latency: is the time taken to get a full response from the model per interaction</a:t>
            </a:r>
          </a:p>
          <a:p>
            <a:r>
              <a:rPr lang="en-US" dirty="0"/>
              <a:t>Average Token Count: is number of output tokens per interaction</a:t>
            </a:r>
          </a:p>
          <a:p>
            <a:r>
              <a:rPr lang="en-US" dirty="0"/>
              <a:t>Average Model Latency: is the time taken for the model to start generating a response</a:t>
            </a:r>
          </a:p>
        </p:txBody>
      </p:sp>
      <p:sp>
        <p:nvSpPr>
          <p:cNvPr id="4" name="Slide Number Placeholder 3"/>
          <p:cNvSpPr>
            <a:spLocks noGrp="1"/>
          </p:cNvSpPr>
          <p:nvPr>
            <p:ph type="sldNum" sz="quarter" idx="5"/>
          </p:nvPr>
        </p:nvSpPr>
        <p:spPr/>
        <p:txBody>
          <a:bodyPr/>
          <a:lstStyle/>
          <a:p>
            <a:fld id="{F61C83AF-C9D1-46B2-B6CB-7F2B3BC7B92F}" type="slidenum">
              <a:rPr lang="en-US" smtClean="0"/>
              <a:t>4</a:t>
            </a:fld>
            <a:endParaRPr lang="en-US"/>
          </a:p>
        </p:txBody>
      </p:sp>
    </p:spTree>
    <p:extLst>
      <p:ext uri="{BB962C8B-B14F-4D97-AF65-F5344CB8AC3E}">
        <p14:creationId xmlns:p14="http://schemas.microsoft.com/office/powerpoint/2010/main" val="17359374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implementation has potential of positive impact to our customers. With the brand Persona feature, our customers can be assured of a chatbot that represents their values and culture. And the Conversational Style gives the users option to choose a conversation style preferable to them. Irrespective of the style the user choose, the brand personality will still be portrayed</a:t>
            </a:r>
          </a:p>
        </p:txBody>
      </p:sp>
      <p:sp>
        <p:nvSpPr>
          <p:cNvPr id="4" name="Slide Number Placeholder 3"/>
          <p:cNvSpPr>
            <a:spLocks noGrp="1"/>
          </p:cNvSpPr>
          <p:nvPr>
            <p:ph type="sldNum" sz="quarter" idx="5"/>
          </p:nvPr>
        </p:nvSpPr>
        <p:spPr/>
        <p:txBody>
          <a:bodyPr/>
          <a:lstStyle/>
          <a:p>
            <a:fld id="{F61C83AF-C9D1-46B2-B6CB-7F2B3BC7B92F}" type="slidenum">
              <a:rPr lang="en-US" smtClean="0"/>
              <a:t>5</a:t>
            </a:fld>
            <a:endParaRPr lang="en-US"/>
          </a:p>
        </p:txBody>
      </p:sp>
    </p:spTree>
    <p:extLst>
      <p:ext uri="{BB962C8B-B14F-4D97-AF65-F5344CB8AC3E}">
        <p14:creationId xmlns:p14="http://schemas.microsoft.com/office/powerpoint/2010/main" val="25002500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1C83AF-C9D1-46B2-B6CB-7F2B3BC7B92F}" type="slidenum">
              <a:rPr lang="en-US" smtClean="0"/>
              <a:t>6</a:t>
            </a:fld>
            <a:endParaRPr lang="en-US"/>
          </a:p>
        </p:txBody>
      </p:sp>
    </p:spTree>
    <p:extLst>
      <p:ext uri="{BB962C8B-B14F-4D97-AF65-F5344CB8AC3E}">
        <p14:creationId xmlns:p14="http://schemas.microsoft.com/office/powerpoint/2010/main" val="3318992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schematic diagram that gives a high-level description of the framework. The semantic kernel is the main orchestrator, context-management, flows and the features are managed through the kernel.</a:t>
            </a:r>
          </a:p>
          <a:p>
            <a:r>
              <a:rPr lang="en-US" dirty="0"/>
              <a:t>When a user send an input, the context is captured in the kernel. The intent classification flow is invoked to classify the users intent to be either “the user is making and order” or “engaging in a conversation”.</a:t>
            </a:r>
          </a:p>
          <a:p>
            <a:r>
              <a:rPr lang="en-US" dirty="0"/>
              <a:t>The conversation flow takes 3 features as additional context. The menu manager gives context based on the available menu item and configuration, the conversation style, prompts the model to respond in a particular tone chosen by the user, and the brand configuration ensures that the response is aligned to the defined brand persona. </a:t>
            </a:r>
          </a:p>
          <a:p>
            <a:r>
              <a:rPr lang="en-US" dirty="0"/>
              <a:t>If it is an order, the menu manager provides the menu item context and validation to the order flow.</a:t>
            </a:r>
          </a:p>
          <a:p>
            <a:r>
              <a:rPr lang="en-US" dirty="0"/>
              <a:t>So for each time an order intent is detected and an order flow is triggered, the conversation flow is triggered after the order flow to provide a narrative around the ordered items, this provide a conversational-like interaction between the user and the chatbot, with prompts that encourage the user to complete the transaction.</a:t>
            </a:r>
            <a:br>
              <a:rPr lang="en-US" dirty="0"/>
            </a:br>
            <a:r>
              <a:rPr lang="en-US" dirty="0"/>
              <a:t>Content safety screening and validation, although connected to the same endpoint, they perform different task. Content safety screening is a pre-process check to handle PII detection and anonymization and blocks an entire conversation if the content fails safety check.  When response is generated, the Content Safety Validation checks and skip any unsafe token, but continue streaming. The quality control measures help prevent any form of abuse.</a:t>
            </a:r>
          </a:p>
        </p:txBody>
      </p:sp>
      <p:sp>
        <p:nvSpPr>
          <p:cNvPr id="4" name="Slide Number Placeholder 3"/>
          <p:cNvSpPr>
            <a:spLocks noGrp="1"/>
          </p:cNvSpPr>
          <p:nvPr>
            <p:ph type="sldNum" sz="quarter" idx="5"/>
          </p:nvPr>
        </p:nvSpPr>
        <p:spPr/>
        <p:txBody>
          <a:bodyPr/>
          <a:lstStyle/>
          <a:p>
            <a:fld id="{F61C83AF-C9D1-46B2-B6CB-7F2B3BC7B92F}" type="slidenum">
              <a:rPr lang="en-US" smtClean="0"/>
              <a:t>7</a:t>
            </a:fld>
            <a:endParaRPr lang="en-US"/>
          </a:p>
        </p:txBody>
      </p:sp>
    </p:spTree>
    <p:extLst>
      <p:ext uri="{BB962C8B-B14F-4D97-AF65-F5344CB8AC3E}">
        <p14:creationId xmlns:p14="http://schemas.microsoft.com/office/powerpoint/2010/main" val="42396545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Semantic Kernel is a new Microsoft AI orchestration framework for building applications. A significant benefit of semantic kernel is its Plugin feature. This feature easily enables a modular architecture when building with semantic kernel. We can register a prompt as a kernel function and flows and features as plugin. </a:t>
            </a:r>
            <a:br>
              <a:rPr lang="en-US" dirty="0"/>
            </a:br>
            <a:r>
              <a:rPr lang="en-US" dirty="0"/>
              <a:t>How? In this code snippet, it shows the initialization function for the conversation flow, you would see how </a:t>
            </a:r>
            <a:r>
              <a:rPr lang="en-US" dirty="0" err="1"/>
              <a:t>chatcompletion</a:t>
            </a:r>
            <a:r>
              <a:rPr lang="en-US" dirty="0"/>
              <a:t> was added to the kernel as a service, and features such as brand personality and conversational style were registered with the kernel as a plugin. This plugin features enable an extensible framework, we can easily add new feature or capability without changing the core code.</a:t>
            </a:r>
            <a:br>
              <a:rPr lang="en-US" dirty="0"/>
            </a:br>
            <a:endParaRPr lang="en-US" dirty="0"/>
          </a:p>
          <a:p>
            <a:r>
              <a:rPr lang="en-US" dirty="0"/>
              <a:t>Here is an example:</a:t>
            </a:r>
          </a:p>
        </p:txBody>
      </p:sp>
      <p:sp>
        <p:nvSpPr>
          <p:cNvPr id="4" name="Slide Number Placeholder 3"/>
          <p:cNvSpPr>
            <a:spLocks noGrp="1"/>
          </p:cNvSpPr>
          <p:nvPr>
            <p:ph type="sldNum" sz="quarter" idx="5"/>
          </p:nvPr>
        </p:nvSpPr>
        <p:spPr/>
        <p:txBody>
          <a:bodyPr/>
          <a:lstStyle/>
          <a:p>
            <a:fld id="{F61C83AF-C9D1-46B2-B6CB-7F2B3BC7B92F}" type="slidenum">
              <a:rPr lang="en-US" smtClean="0"/>
              <a:t>8</a:t>
            </a:fld>
            <a:endParaRPr lang="en-US"/>
          </a:p>
        </p:txBody>
      </p:sp>
    </p:spTree>
    <p:extLst>
      <p:ext uri="{BB962C8B-B14F-4D97-AF65-F5344CB8AC3E}">
        <p14:creationId xmlns:p14="http://schemas.microsoft.com/office/powerpoint/2010/main" val="3037069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intent classification flow performs a binary task of classifying the users intent. I achieved this via prompt engineering, giving the model examples of order and classification intent indicators and few-shot examples.</a:t>
            </a:r>
          </a:p>
          <a:p>
            <a:r>
              <a:rPr lang="en-US" dirty="0"/>
              <a:t>Conversation Flow handles the general conversation and the integration of brand personality and conversation style. This flow has 3 sub-flows responsible for different segment of the interaction.</a:t>
            </a:r>
          </a:p>
          <a:p>
            <a:r>
              <a:rPr lang="en-US" dirty="0"/>
              <a:t>The order flow manages the order lifecycle. It takes the menu, </a:t>
            </a:r>
            <a:r>
              <a:rPr lang="en-US" dirty="0" err="1"/>
              <a:t>chathistory</a:t>
            </a:r>
            <a:r>
              <a:rPr lang="en-US" dirty="0"/>
              <a:t> and current order as context to generate or modify an order. </a:t>
            </a:r>
          </a:p>
          <a:p>
            <a:endParaRPr lang="en-US" dirty="0"/>
          </a:p>
        </p:txBody>
      </p:sp>
      <p:sp>
        <p:nvSpPr>
          <p:cNvPr id="4" name="Slide Number Placeholder 3"/>
          <p:cNvSpPr>
            <a:spLocks noGrp="1"/>
          </p:cNvSpPr>
          <p:nvPr>
            <p:ph type="sldNum" sz="quarter" idx="5"/>
          </p:nvPr>
        </p:nvSpPr>
        <p:spPr/>
        <p:txBody>
          <a:bodyPr/>
          <a:lstStyle/>
          <a:p>
            <a:fld id="{F61C83AF-C9D1-46B2-B6CB-7F2B3BC7B92F}" type="slidenum">
              <a:rPr lang="en-US" smtClean="0"/>
              <a:t>9</a:t>
            </a:fld>
            <a:endParaRPr lang="en-US"/>
          </a:p>
        </p:txBody>
      </p:sp>
    </p:spTree>
    <p:extLst>
      <p:ext uri="{BB962C8B-B14F-4D97-AF65-F5344CB8AC3E}">
        <p14:creationId xmlns:p14="http://schemas.microsoft.com/office/powerpoint/2010/main" val="33394997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82C54A9C-8F43-D295-1B6F-884A25F0D173}"/>
              </a:ext>
            </a:extLst>
          </p:cNvPr>
          <p:cNvSpPr>
            <a:spLocks noGrp="1"/>
          </p:cNvSpPr>
          <p:nvPr>
            <p:ph type="body" idx="1"/>
          </p:nvPr>
        </p:nvSpPr>
        <p:spPr/>
        <p:txBody>
          <a:bodyPr/>
          <a:lstStyle/>
          <a:p>
            <a:r>
              <a:rPr lang="en-US" dirty="0"/>
              <a:t>To align the chatbot response to a specific brand, we created a configuration file and define the traits the brand want to showcase. Then define the BrandPersonalityPlugin with kernel functions to manage the instructions. The instructions are now used in the kernel Argument to enhance the prompt. These code snippets show how we apply the brand attributes to enhance the prompt before generating a response.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the conversation style integrated was quite challenging. In our initial implementation, we defined a simple prompt – like a 2-sentence instruction to further enhance to the already defined brand persona. The idea was that the brand persona will be the default conversation style, and the user will have other option of either Casual or Gen Z conversational style. A further enhancement of the brand persona. So after defining the conversation style as plugin, we added the conversation style to the prompt after it has been enhanced with defined brand personality, however, that did not work as expected. My suspicion was that conversation style instruction wasn’t sufficient enough, so adding it to the already enhanced system prompt didn’t yield the desired results.</a:t>
            </a:r>
          </a:p>
          <a:p>
            <a:r>
              <a:rPr lang="en-US" dirty="0"/>
              <a:t>So, we designed a more detailed prompt instruction for each conversation style, also included few-shot examples. </a:t>
            </a:r>
            <a:br>
              <a:rPr lang="en-US" dirty="0"/>
            </a:br>
            <a:r>
              <a:rPr lang="en-US" dirty="0"/>
              <a:t>And instead of appending the style instructions to the conversation flow, we invoke it directly from the prompt template as an independent block.</a:t>
            </a:r>
            <a:br>
              <a:rPr lang="en-US" dirty="0"/>
            </a:br>
            <a:endParaRPr lang="en-US" dirty="0"/>
          </a:p>
        </p:txBody>
      </p:sp>
      <p:sp>
        <p:nvSpPr>
          <p:cNvPr id="4" name="Slide Number Placeholder 3"/>
          <p:cNvSpPr>
            <a:spLocks noGrp="1"/>
          </p:cNvSpPr>
          <p:nvPr>
            <p:ph type="sldNum" sz="quarter" idx="5"/>
          </p:nvPr>
        </p:nvSpPr>
        <p:spPr/>
        <p:txBody>
          <a:bodyPr/>
          <a:lstStyle/>
          <a:p>
            <a:fld id="{F61C83AF-C9D1-46B2-B6CB-7F2B3BC7B92F}" type="slidenum">
              <a:rPr lang="en-US" smtClean="0"/>
              <a:t>11</a:t>
            </a:fld>
            <a:endParaRPr lang="en-US"/>
          </a:p>
        </p:txBody>
      </p:sp>
    </p:spTree>
    <p:extLst>
      <p:ext uri="{BB962C8B-B14F-4D97-AF65-F5344CB8AC3E}">
        <p14:creationId xmlns:p14="http://schemas.microsoft.com/office/powerpoint/2010/main" val="32750888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BE33536E-C068-39E8-8DBC-D71DD9E93907}"/>
              </a:ext>
            </a:extLst>
          </p:cNvPr>
          <p:cNvSpPr>
            <a:spLocks noGrp="1"/>
          </p:cNvSpPr>
          <p:nvPr>
            <p:ph type="body" idx="1"/>
          </p:nvPr>
        </p:nvSpPr>
        <p:spPr/>
        <p:txBody>
          <a:bodyPr/>
          <a:lstStyle/>
          <a:p>
            <a:r>
              <a:rPr lang="en-US" dirty="0"/>
              <a:t>To allow for a flexible, brand-agnostic ordering system, first, we designed a dynamic schema template, then designed a Menu Configuration Management System and a Order Processing and Validation System.</a:t>
            </a:r>
          </a:p>
          <a:p>
            <a:r>
              <a:rPr lang="en-US" dirty="0"/>
              <a:t>The Menu Configuration system loads the menu configuration from a JSON file, validates the file structure and generates product code from order description.</a:t>
            </a:r>
          </a:p>
          <a:p>
            <a:r>
              <a:rPr lang="en-US" dirty="0"/>
              <a:t>While the Order Processing and Validation System connect the menu configuration to the current brand and converts orders to structured internal format mapping it to the product code, it also handle order validation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4B9D2-1F15-77FC-19AC-75145C50FF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9484928-2DBD-CA96-0C89-1E8D0BB873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DA2A111-4867-25FA-29E6-2A435ECA4536}"/>
              </a:ext>
            </a:extLst>
          </p:cNvPr>
          <p:cNvSpPr>
            <a:spLocks noGrp="1"/>
          </p:cNvSpPr>
          <p:nvPr>
            <p:ph type="dt" sz="half" idx="10"/>
          </p:nvPr>
        </p:nvSpPr>
        <p:spPr/>
        <p:txBody>
          <a:bodyPr/>
          <a:lstStyle/>
          <a:p>
            <a:fld id="{6BB94E0B-2582-40DF-BC47-313BBBA67222}" type="datetimeFigureOut">
              <a:rPr lang="en-US" smtClean="0"/>
              <a:t>8/21/2025</a:t>
            </a:fld>
            <a:endParaRPr lang="en-US"/>
          </a:p>
        </p:txBody>
      </p:sp>
      <p:sp>
        <p:nvSpPr>
          <p:cNvPr id="5" name="Footer Placeholder 4">
            <a:extLst>
              <a:ext uri="{FF2B5EF4-FFF2-40B4-BE49-F238E27FC236}">
                <a16:creationId xmlns:a16="http://schemas.microsoft.com/office/drawing/2014/main" id="{4A8D5B3A-BA0D-FDDE-20B5-D884D73C2F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450422-4EBF-1490-B734-4839EAEFAF47}"/>
              </a:ext>
            </a:extLst>
          </p:cNvPr>
          <p:cNvSpPr>
            <a:spLocks noGrp="1"/>
          </p:cNvSpPr>
          <p:nvPr>
            <p:ph type="sldNum" sz="quarter" idx="12"/>
          </p:nvPr>
        </p:nvSpPr>
        <p:spPr/>
        <p:txBody>
          <a:bodyPr/>
          <a:lstStyle/>
          <a:p>
            <a:fld id="{088E0EDB-062D-468E-AEE7-BB4869E934D7}" type="slidenum">
              <a:rPr lang="en-US" smtClean="0"/>
              <a:t>‹#›</a:t>
            </a:fld>
            <a:endParaRPr lang="en-US"/>
          </a:p>
        </p:txBody>
      </p:sp>
    </p:spTree>
    <p:extLst>
      <p:ext uri="{BB962C8B-B14F-4D97-AF65-F5344CB8AC3E}">
        <p14:creationId xmlns:p14="http://schemas.microsoft.com/office/powerpoint/2010/main" val="718114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BA073-D77C-DC33-C899-82EE1C6D19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D7B320-D90C-4051-1F91-739A53109F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B115B3-0ED4-BA5F-93C4-DC6BF2640336}"/>
              </a:ext>
            </a:extLst>
          </p:cNvPr>
          <p:cNvSpPr>
            <a:spLocks noGrp="1"/>
          </p:cNvSpPr>
          <p:nvPr>
            <p:ph type="dt" sz="half" idx="10"/>
          </p:nvPr>
        </p:nvSpPr>
        <p:spPr/>
        <p:txBody>
          <a:bodyPr/>
          <a:lstStyle/>
          <a:p>
            <a:fld id="{6BB94E0B-2582-40DF-BC47-313BBBA67222}" type="datetimeFigureOut">
              <a:rPr lang="en-US" smtClean="0"/>
              <a:t>8/21/2025</a:t>
            </a:fld>
            <a:endParaRPr lang="en-US"/>
          </a:p>
        </p:txBody>
      </p:sp>
      <p:sp>
        <p:nvSpPr>
          <p:cNvPr id="5" name="Footer Placeholder 4">
            <a:extLst>
              <a:ext uri="{FF2B5EF4-FFF2-40B4-BE49-F238E27FC236}">
                <a16:creationId xmlns:a16="http://schemas.microsoft.com/office/drawing/2014/main" id="{CC94D441-2C53-E0A4-996B-848FBD15CE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969C7A-2E1B-A023-5DFD-625CFA13734D}"/>
              </a:ext>
            </a:extLst>
          </p:cNvPr>
          <p:cNvSpPr>
            <a:spLocks noGrp="1"/>
          </p:cNvSpPr>
          <p:nvPr>
            <p:ph type="sldNum" sz="quarter" idx="12"/>
          </p:nvPr>
        </p:nvSpPr>
        <p:spPr/>
        <p:txBody>
          <a:bodyPr/>
          <a:lstStyle/>
          <a:p>
            <a:fld id="{088E0EDB-062D-468E-AEE7-BB4869E934D7}" type="slidenum">
              <a:rPr lang="en-US" smtClean="0"/>
              <a:t>‹#›</a:t>
            </a:fld>
            <a:endParaRPr lang="en-US"/>
          </a:p>
        </p:txBody>
      </p:sp>
    </p:spTree>
    <p:extLst>
      <p:ext uri="{BB962C8B-B14F-4D97-AF65-F5344CB8AC3E}">
        <p14:creationId xmlns:p14="http://schemas.microsoft.com/office/powerpoint/2010/main" val="2907225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7A8E5-ECD5-8A8F-C694-1D663722F7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8782073-AFE8-9887-EBF3-7CDBD32C820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FA5753-CD70-5CCF-F98D-202AAE8FF80C}"/>
              </a:ext>
            </a:extLst>
          </p:cNvPr>
          <p:cNvSpPr>
            <a:spLocks noGrp="1"/>
          </p:cNvSpPr>
          <p:nvPr>
            <p:ph type="dt" sz="half" idx="10"/>
          </p:nvPr>
        </p:nvSpPr>
        <p:spPr/>
        <p:txBody>
          <a:bodyPr/>
          <a:lstStyle/>
          <a:p>
            <a:fld id="{6BB94E0B-2582-40DF-BC47-313BBBA67222}" type="datetimeFigureOut">
              <a:rPr lang="en-US" smtClean="0"/>
              <a:t>8/21/2025</a:t>
            </a:fld>
            <a:endParaRPr lang="en-US"/>
          </a:p>
        </p:txBody>
      </p:sp>
      <p:sp>
        <p:nvSpPr>
          <p:cNvPr id="5" name="Footer Placeholder 4">
            <a:extLst>
              <a:ext uri="{FF2B5EF4-FFF2-40B4-BE49-F238E27FC236}">
                <a16:creationId xmlns:a16="http://schemas.microsoft.com/office/drawing/2014/main" id="{D5694A1E-E698-FAFC-E160-B5481B2D16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95493B-4BED-459B-7D56-981F09780098}"/>
              </a:ext>
            </a:extLst>
          </p:cNvPr>
          <p:cNvSpPr>
            <a:spLocks noGrp="1"/>
          </p:cNvSpPr>
          <p:nvPr>
            <p:ph type="sldNum" sz="quarter" idx="12"/>
          </p:nvPr>
        </p:nvSpPr>
        <p:spPr/>
        <p:txBody>
          <a:bodyPr/>
          <a:lstStyle/>
          <a:p>
            <a:fld id="{088E0EDB-062D-468E-AEE7-BB4869E934D7}" type="slidenum">
              <a:rPr lang="en-US" smtClean="0"/>
              <a:t>‹#›</a:t>
            </a:fld>
            <a:endParaRPr lang="en-US"/>
          </a:p>
        </p:txBody>
      </p:sp>
    </p:spTree>
    <p:extLst>
      <p:ext uri="{BB962C8B-B14F-4D97-AF65-F5344CB8AC3E}">
        <p14:creationId xmlns:p14="http://schemas.microsoft.com/office/powerpoint/2010/main" val="295016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D98F1-5308-DAE1-AA1D-8DE4C152CB6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97E849-BA81-B060-5D69-19F12B5F0D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731F2A-B5AA-88E7-4496-3779E5DCB9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A1A432-26FA-7100-7793-BC30C41FA9D0}"/>
              </a:ext>
            </a:extLst>
          </p:cNvPr>
          <p:cNvSpPr>
            <a:spLocks noGrp="1"/>
          </p:cNvSpPr>
          <p:nvPr>
            <p:ph type="dt" sz="half" idx="10"/>
          </p:nvPr>
        </p:nvSpPr>
        <p:spPr/>
        <p:txBody>
          <a:bodyPr/>
          <a:lstStyle/>
          <a:p>
            <a:fld id="{6BB94E0B-2582-40DF-BC47-313BBBA67222}" type="datetimeFigureOut">
              <a:rPr lang="en-US" smtClean="0"/>
              <a:t>8/21/2025</a:t>
            </a:fld>
            <a:endParaRPr lang="en-US"/>
          </a:p>
        </p:txBody>
      </p:sp>
      <p:sp>
        <p:nvSpPr>
          <p:cNvPr id="6" name="Footer Placeholder 5">
            <a:extLst>
              <a:ext uri="{FF2B5EF4-FFF2-40B4-BE49-F238E27FC236}">
                <a16:creationId xmlns:a16="http://schemas.microsoft.com/office/drawing/2014/main" id="{58E19BFD-40C9-5231-B94E-381E72D83C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986D2A-9A88-CADE-B558-45267E4E8D7B}"/>
              </a:ext>
            </a:extLst>
          </p:cNvPr>
          <p:cNvSpPr>
            <a:spLocks noGrp="1"/>
          </p:cNvSpPr>
          <p:nvPr>
            <p:ph type="sldNum" sz="quarter" idx="12"/>
          </p:nvPr>
        </p:nvSpPr>
        <p:spPr/>
        <p:txBody>
          <a:bodyPr/>
          <a:lstStyle/>
          <a:p>
            <a:fld id="{088E0EDB-062D-468E-AEE7-BB4869E934D7}" type="slidenum">
              <a:rPr lang="en-US" smtClean="0"/>
              <a:t>‹#›</a:t>
            </a:fld>
            <a:endParaRPr lang="en-US"/>
          </a:p>
        </p:txBody>
      </p:sp>
    </p:spTree>
    <p:extLst>
      <p:ext uri="{BB962C8B-B14F-4D97-AF65-F5344CB8AC3E}">
        <p14:creationId xmlns:p14="http://schemas.microsoft.com/office/powerpoint/2010/main" val="1736171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543A2-BC32-1386-0D64-CBF3E529940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4CD85D4-8C9E-069C-793B-0ADAD3243A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525DFE-7460-AD3B-6A97-47BE64943E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5F5769C-3ACF-12FB-51CA-1B74715A47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A58F4E-25B1-E076-418B-2D61EED06E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CCF7DCF-9F1A-4362-9751-0C229F5C2EA2}"/>
              </a:ext>
            </a:extLst>
          </p:cNvPr>
          <p:cNvSpPr>
            <a:spLocks noGrp="1"/>
          </p:cNvSpPr>
          <p:nvPr>
            <p:ph type="dt" sz="half" idx="10"/>
          </p:nvPr>
        </p:nvSpPr>
        <p:spPr/>
        <p:txBody>
          <a:bodyPr/>
          <a:lstStyle/>
          <a:p>
            <a:fld id="{6BB94E0B-2582-40DF-BC47-313BBBA67222}" type="datetimeFigureOut">
              <a:rPr lang="en-US" smtClean="0"/>
              <a:t>8/21/2025</a:t>
            </a:fld>
            <a:endParaRPr lang="en-US"/>
          </a:p>
        </p:txBody>
      </p:sp>
      <p:sp>
        <p:nvSpPr>
          <p:cNvPr id="8" name="Footer Placeholder 7">
            <a:extLst>
              <a:ext uri="{FF2B5EF4-FFF2-40B4-BE49-F238E27FC236}">
                <a16:creationId xmlns:a16="http://schemas.microsoft.com/office/drawing/2014/main" id="{B1DEF95E-3712-F738-BAD8-3BA75F2708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243D1AF-60CF-898A-0374-DF0614DFA42E}"/>
              </a:ext>
            </a:extLst>
          </p:cNvPr>
          <p:cNvSpPr>
            <a:spLocks noGrp="1"/>
          </p:cNvSpPr>
          <p:nvPr>
            <p:ph type="sldNum" sz="quarter" idx="12"/>
          </p:nvPr>
        </p:nvSpPr>
        <p:spPr/>
        <p:txBody>
          <a:bodyPr/>
          <a:lstStyle/>
          <a:p>
            <a:fld id="{088E0EDB-062D-468E-AEE7-BB4869E934D7}" type="slidenum">
              <a:rPr lang="en-US" smtClean="0"/>
              <a:t>‹#›</a:t>
            </a:fld>
            <a:endParaRPr lang="en-US"/>
          </a:p>
        </p:txBody>
      </p:sp>
    </p:spTree>
    <p:extLst>
      <p:ext uri="{BB962C8B-B14F-4D97-AF65-F5344CB8AC3E}">
        <p14:creationId xmlns:p14="http://schemas.microsoft.com/office/powerpoint/2010/main" val="1662982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3748E-8647-912F-2036-59052664872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FB9A39C-453F-C4B6-097A-08EEE666B522}"/>
              </a:ext>
            </a:extLst>
          </p:cNvPr>
          <p:cNvSpPr>
            <a:spLocks noGrp="1"/>
          </p:cNvSpPr>
          <p:nvPr>
            <p:ph type="dt" sz="half" idx="10"/>
          </p:nvPr>
        </p:nvSpPr>
        <p:spPr/>
        <p:txBody>
          <a:bodyPr/>
          <a:lstStyle/>
          <a:p>
            <a:fld id="{6BB94E0B-2582-40DF-BC47-313BBBA67222}" type="datetimeFigureOut">
              <a:rPr lang="en-US" smtClean="0"/>
              <a:t>8/21/2025</a:t>
            </a:fld>
            <a:endParaRPr lang="en-US"/>
          </a:p>
        </p:txBody>
      </p:sp>
      <p:sp>
        <p:nvSpPr>
          <p:cNvPr id="4" name="Footer Placeholder 3">
            <a:extLst>
              <a:ext uri="{FF2B5EF4-FFF2-40B4-BE49-F238E27FC236}">
                <a16:creationId xmlns:a16="http://schemas.microsoft.com/office/drawing/2014/main" id="{2447B8D7-8EA1-EF32-B89F-3FD6940608E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8010BD6-AA35-AE06-8355-1051471FF8E6}"/>
              </a:ext>
            </a:extLst>
          </p:cNvPr>
          <p:cNvSpPr>
            <a:spLocks noGrp="1"/>
          </p:cNvSpPr>
          <p:nvPr>
            <p:ph type="sldNum" sz="quarter" idx="12"/>
          </p:nvPr>
        </p:nvSpPr>
        <p:spPr/>
        <p:txBody>
          <a:bodyPr/>
          <a:lstStyle/>
          <a:p>
            <a:fld id="{088E0EDB-062D-468E-AEE7-BB4869E934D7}" type="slidenum">
              <a:rPr lang="en-US" smtClean="0"/>
              <a:t>‹#›</a:t>
            </a:fld>
            <a:endParaRPr lang="en-US"/>
          </a:p>
        </p:txBody>
      </p:sp>
    </p:spTree>
    <p:extLst>
      <p:ext uri="{BB962C8B-B14F-4D97-AF65-F5344CB8AC3E}">
        <p14:creationId xmlns:p14="http://schemas.microsoft.com/office/powerpoint/2010/main" val="35257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EB67D8-38B4-0A97-2583-972D5DD3CDAD}"/>
              </a:ext>
            </a:extLst>
          </p:cNvPr>
          <p:cNvSpPr>
            <a:spLocks noGrp="1"/>
          </p:cNvSpPr>
          <p:nvPr>
            <p:ph type="dt" sz="half" idx="10"/>
          </p:nvPr>
        </p:nvSpPr>
        <p:spPr/>
        <p:txBody>
          <a:bodyPr/>
          <a:lstStyle/>
          <a:p>
            <a:fld id="{6BB94E0B-2582-40DF-BC47-313BBBA67222}" type="datetimeFigureOut">
              <a:rPr lang="en-US" smtClean="0"/>
              <a:t>8/21/2025</a:t>
            </a:fld>
            <a:endParaRPr lang="en-US"/>
          </a:p>
        </p:txBody>
      </p:sp>
      <p:sp>
        <p:nvSpPr>
          <p:cNvPr id="3" name="Footer Placeholder 2">
            <a:extLst>
              <a:ext uri="{FF2B5EF4-FFF2-40B4-BE49-F238E27FC236}">
                <a16:creationId xmlns:a16="http://schemas.microsoft.com/office/drawing/2014/main" id="{402E8820-F3E3-BE0C-6060-14CC3290CAE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E6F71F8-D9EA-7320-9844-977F8E2221B2}"/>
              </a:ext>
            </a:extLst>
          </p:cNvPr>
          <p:cNvSpPr>
            <a:spLocks noGrp="1"/>
          </p:cNvSpPr>
          <p:nvPr>
            <p:ph type="sldNum" sz="quarter" idx="12"/>
          </p:nvPr>
        </p:nvSpPr>
        <p:spPr/>
        <p:txBody>
          <a:bodyPr/>
          <a:lstStyle/>
          <a:p>
            <a:fld id="{088E0EDB-062D-468E-AEE7-BB4869E934D7}" type="slidenum">
              <a:rPr lang="en-US" smtClean="0"/>
              <a:t>‹#›</a:t>
            </a:fld>
            <a:endParaRPr lang="en-US"/>
          </a:p>
        </p:txBody>
      </p:sp>
    </p:spTree>
    <p:extLst>
      <p:ext uri="{BB962C8B-B14F-4D97-AF65-F5344CB8AC3E}">
        <p14:creationId xmlns:p14="http://schemas.microsoft.com/office/powerpoint/2010/main" val="2093129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FBE70-C2C5-BFAB-1858-630BC49D35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2F58FA-2A06-AD9F-7AC0-C57D6414A3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E25BF2B-ACCE-0F8C-97DC-782EF6CCBA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311F7D-7705-CE6C-0B75-601043090403}"/>
              </a:ext>
            </a:extLst>
          </p:cNvPr>
          <p:cNvSpPr>
            <a:spLocks noGrp="1"/>
          </p:cNvSpPr>
          <p:nvPr>
            <p:ph type="dt" sz="half" idx="10"/>
          </p:nvPr>
        </p:nvSpPr>
        <p:spPr/>
        <p:txBody>
          <a:bodyPr/>
          <a:lstStyle/>
          <a:p>
            <a:fld id="{6BB94E0B-2582-40DF-BC47-313BBBA67222}" type="datetimeFigureOut">
              <a:rPr lang="en-US" smtClean="0"/>
              <a:t>8/21/2025</a:t>
            </a:fld>
            <a:endParaRPr lang="en-US"/>
          </a:p>
        </p:txBody>
      </p:sp>
      <p:sp>
        <p:nvSpPr>
          <p:cNvPr id="6" name="Footer Placeholder 5">
            <a:extLst>
              <a:ext uri="{FF2B5EF4-FFF2-40B4-BE49-F238E27FC236}">
                <a16:creationId xmlns:a16="http://schemas.microsoft.com/office/drawing/2014/main" id="{7C0438D8-D251-4980-2BAB-3B96CE855D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E354A4-1123-92FC-E8BA-466916D79C03}"/>
              </a:ext>
            </a:extLst>
          </p:cNvPr>
          <p:cNvSpPr>
            <a:spLocks noGrp="1"/>
          </p:cNvSpPr>
          <p:nvPr>
            <p:ph type="sldNum" sz="quarter" idx="12"/>
          </p:nvPr>
        </p:nvSpPr>
        <p:spPr/>
        <p:txBody>
          <a:bodyPr/>
          <a:lstStyle/>
          <a:p>
            <a:fld id="{088E0EDB-062D-468E-AEE7-BB4869E934D7}" type="slidenum">
              <a:rPr lang="en-US" smtClean="0"/>
              <a:t>‹#›</a:t>
            </a:fld>
            <a:endParaRPr lang="en-US"/>
          </a:p>
        </p:txBody>
      </p:sp>
    </p:spTree>
    <p:extLst>
      <p:ext uri="{BB962C8B-B14F-4D97-AF65-F5344CB8AC3E}">
        <p14:creationId xmlns:p14="http://schemas.microsoft.com/office/powerpoint/2010/main" val="2279412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238DA-8497-A801-0702-980AB91E4C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50F9CF1-2DA8-1402-12BC-B6B459AD90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4BA6F89-0B99-85B2-0E88-8FDA11CC58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CC33B4-F69F-05D2-994C-9FB93D131A61}"/>
              </a:ext>
            </a:extLst>
          </p:cNvPr>
          <p:cNvSpPr>
            <a:spLocks noGrp="1"/>
          </p:cNvSpPr>
          <p:nvPr>
            <p:ph type="dt" sz="half" idx="10"/>
          </p:nvPr>
        </p:nvSpPr>
        <p:spPr/>
        <p:txBody>
          <a:bodyPr/>
          <a:lstStyle/>
          <a:p>
            <a:fld id="{6BB94E0B-2582-40DF-BC47-313BBBA67222}" type="datetimeFigureOut">
              <a:rPr lang="en-US" smtClean="0"/>
              <a:t>8/21/2025</a:t>
            </a:fld>
            <a:endParaRPr lang="en-US"/>
          </a:p>
        </p:txBody>
      </p:sp>
      <p:sp>
        <p:nvSpPr>
          <p:cNvPr id="6" name="Footer Placeholder 5">
            <a:extLst>
              <a:ext uri="{FF2B5EF4-FFF2-40B4-BE49-F238E27FC236}">
                <a16:creationId xmlns:a16="http://schemas.microsoft.com/office/drawing/2014/main" id="{9B5420D1-4BEA-4806-C614-81CB7C5809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2B3ABF-4956-423C-0FCD-929220C9797F}"/>
              </a:ext>
            </a:extLst>
          </p:cNvPr>
          <p:cNvSpPr>
            <a:spLocks noGrp="1"/>
          </p:cNvSpPr>
          <p:nvPr>
            <p:ph type="sldNum" sz="quarter" idx="12"/>
          </p:nvPr>
        </p:nvSpPr>
        <p:spPr/>
        <p:txBody>
          <a:bodyPr/>
          <a:lstStyle/>
          <a:p>
            <a:fld id="{088E0EDB-062D-468E-AEE7-BB4869E934D7}" type="slidenum">
              <a:rPr lang="en-US" smtClean="0"/>
              <a:t>‹#›</a:t>
            </a:fld>
            <a:endParaRPr lang="en-US"/>
          </a:p>
        </p:txBody>
      </p:sp>
    </p:spTree>
    <p:extLst>
      <p:ext uri="{BB962C8B-B14F-4D97-AF65-F5344CB8AC3E}">
        <p14:creationId xmlns:p14="http://schemas.microsoft.com/office/powerpoint/2010/main" val="3336463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23885-79DE-63FE-1BA3-97A9EE73E8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A8AAEA9-8237-76D1-3FED-BB1D56C85D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917705-F390-ADF4-E7D6-148AB46355E5}"/>
              </a:ext>
            </a:extLst>
          </p:cNvPr>
          <p:cNvSpPr>
            <a:spLocks noGrp="1"/>
          </p:cNvSpPr>
          <p:nvPr>
            <p:ph type="dt" sz="half" idx="10"/>
          </p:nvPr>
        </p:nvSpPr>
        <p:spPr/>
        <p:txBody>
          <a:bodyPr/>
          <a:lstStyle/>
          <a:p>
            <a:fld id="{6BB94E0B-2582-40DF-BC47-313BBBA67222}" type="datetimeFigureOut">
              <a:rPr lang="en-US" smtClean="0"/>
              <a:t>8/21/2025</a:t>
            </a:fld>
            <a:endParaRPr lang="en-US"/>
          </a:p>
        </p:txBody>
      </p:sp>
      <p:sp>
        <p:nvSpPr>
          <p:cNvPr id="5" name="Footer Placeholder 4">
            <a:extLst>
              <a:ext uri="{FF2B5EF4-FFF2-40B4-BE49-F238E27FC236}">
                <a16:creationId xmlns:a16="http://schemas.microsoft.com/office/drawing/2014/main" id="{B7B74AAB-4442-FD0F-6757-BCCF89009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E2F44C-AAF6-EA65-A7B2-E04DFE2E7F3B}"/>
              </a:ext>
            </a:extLst>
          </p:cNvPr>
          <p:cNvSpPr>
            <a:spLocks noGrp="1"/>
          </p:cNvSpPr>
          <p:nvPr>
            <p:ph type="sldNum" sz="quarter" idx="12"/>
          </p:nvPr>
        </p:nvSpPr>
        <p:spPr/>
        <p:txBody>
          <a:bodyPr/>
          <a:lstStyle/>
          <a:p>
            <a:fld id="{088E0EDB-062D-468E-AEE7-BB4869E934D7}" type="slidenum">
              <a:rPr lang="en-US" smtClean="0"/>
              <a:t>‹#›</a:t>
            </a:fld>
            <a:endParaRPr lang="en-US"/>
          </a:p>
        </p:txBody>
      </p:sp>
    </p:spTree>
    <p:extLst>
      <p:ext uri="{BB962C8B-B14F-4D97-AF65-F5344CB8AC3E}">
        <p14:creationId xmlns:p14="http://schemas.microsoft.com/office/powerpoint/2010/main" val="30688779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A794DF-801D-DFB9-6CAB-28CF30E460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893EB1F-AA16-C5CB-6F21-12D055B389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733BBF-6AC0-68F4-51F0-3F3F29C69F50}"/>
              </a:ext>
            </a:extLst>
          </p:cNvPr>
          <p:cNvSpPr>
            <a:spLocks noGrp="1"/>
          </p:cNvSpPr>
          <p:nvPr>
            <p:ph type="dt" sz="half" idx="10"/>
          </p:nvPr>
        </p:nvSpPr>
        <p:spPr/>
        <p:txBody>
          <a:bodyPr/>
          <a:lstStyle/>
          <a:p>
            <a:fld id="{6BB94E0B-2582-40DF-BC47-313BBBA67222}" type="datetimeFigureOut">
              <a:rPr lang="en-US" smtClean="0"/>
              <a:t>8/21/2025</a:t>
            </a:fld>
            <a:endParaRPr lang="en-US"/>
          </a:p>
        </p:txBody>
      </p:sp>
      <p:sp>
        <p:nvSpPr>
          <p:cNvPr id="5" name="Footer Placeholder 4">
            <a:extLst>
              <a:ext uri="{FF2B5EF4-FFF2-40B4-BE49-F238E27FC236}">
                <a16:creationId xmlns:a16="http://schemas.microsoft.com/office/drawing/2014/main" id="{50AB2EF7-58A7-F4F0-57E8-5CA15372C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5AFD27-31D0-14E9-C822-51F5EBAA529E}"/>
              </a:ext>
            </a:extLst>
          </p:cNvPr>
          <p:cNvSpPr>
            <a:spLocks noGrp="1"/>
          </p:cNvSpPr>
          <p:nvPr>
            <p:ph type="sldNum" sz="quarter" idx="12"/>
          </p:nvPr>
        </p:nvSpPr>
        <p:spPr/>
        <p:txBody>
          <a:bodyPr/>
          <a:lstStyle/>
          <a:p>
            <a:fld id="{088E0EDB-062D-468E-AEE7-BB4869E934D7}" type="slidenum">
              <a:rPr lang="en-US" smtClean="0"/>
              <a:t>‹#›</a:t>
            </a:fld>
            <a:endParaRPr lang="en-US"/>
          </a:p>
        </p:txBody>
      </p:sp>
    </p:spTree>
    <p:extLst>
      <p:ext uri="{BB962C8B-B14F-4D97-AF65-F5344CB8AC3E}">
        <p14:creationId xmlns:p14="http://schemas.microsoft.com/office/powerpoint/2010/main" val="3991770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2677BA-D24F-A5D3-90FA-BE4167D2D7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64C191A-FF63-9DB5-0F5B-2D3665F57E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7F3E4E-5C27-CC28-41DF-9FCD791A59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BB94E0B-2582-40DF-BC47-313BBBA67222}" type="datetimeFigureOut">
              <a:rPr lang="en-US" smtClean="0"/>
              <a:t>8/21/2025</a:t>
            </a:fld>
            <a:endParaRPr lang="en-US"/>
          </a:p>
        </p:txBody>
      </p:sp>
      <p:sp>
        <p:nvSpPr>
          <p:cNvPr id="5" name="Footer Placeholder 4">
            <a:extLst>
              <a:ext uri="{FF2B5EF4-FFF2-40B4-BE49-F238E27FC236}">
                <a16:creationId xmlns:a16="http://schemas.microsoft.com/office/drawing/2014/main" id="{834D3546-5C58-2301-EDEE-3518E31FF0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DC46860-8B7C-46A6-C1DC-F120478377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8E0EDB-062D-468E-AEE7-BB4869E934D7}" type="slidenum">
              <a:rPr lang="en-US" smtClean="0"/>
              <a:t>‹#›</a:t>
            </a:fld>
            <a:endParaRPr lang="en-US"/>
          </a:p>
        </p:txBody>
      </p:sp>
    </p:spTree>
    <p:extLst>
      <p:ext uri="{BB962C8B-B14F-4D97-AF65-F5344CB8AC3E}">
        <p14:creationId xmlns:p14="http://schemas.microsoft.com/office/powerpoint/2010/main" val="13471310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3.jpeg"/><Relationship Id="rId7"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 Id="rId9"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21.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4" name="Rectangle 1043">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descr="Robots sitting on a green cafe chair">
            <a:extLst>
              <a:ext uri="{FF2B5EF4-FFF2-40B4-BE49-F238E27FC236}">
                <a16:creationId xmlns:a16="http://schemas.microsoft.com/office/drawing/2014/main" id="{1C4A765F-ADA8-3571-32C4-4588375F2BCB}"/>
              </a:ext>
            </a:extLst>
          </p:cNvPr>
          <p:cNvPicPr>
            <a:picLocks noChangeAspect="1"/>
          </p:cNvPicPr>
          <p:nvPr/>
        </p:nvPicPr>
        <p:blipFill>
          <a:blip r:embed="rId3"/>
          <a:srcRect l="16448" r="4241"/>
          <a:stretch>
            <a:fillRect/>
          </a:stretch>
        </p:blipFill>
        <p:spPr>
          <a:xfrm>
            <a:off x="2522358" y="10"/>
            <a:ext cx="9669642" cy="6857990"/>
          </a:xfrm>
          <a:prstGeom prst="rect">
            <a:avLst/>
          </a:prstGeom>
        </p:spPr>
      </p:pic>
      <p:sp>
        <p:nvSpPr>
          <p:cNvPr id="1046" name="Rectangle 1045">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E614434-DBEE-2066-3973-24698228687C}"/>
              </a:ext>
            </a:extLst>
          </p:cNvPr>
          <p:cNvSpPr>
            <a:spLocks noGrp="1"/>
          </p:cNvSpPr>
          <p:nvPr>
            <p:ph type="ctrTitle"/>
          </p:nvPr>
        </p:nvSpPr>
        <p:spPr>
          <a:xfrm>
            <a:off x="952228" y="743447"/>
            <a:ext cx="5798768" cy="2554230"/>
          </a:xfrm>
          <a:noFill/>
        </p:spPr>
        <p:txBody>
          <a:bodyPr>
            <a:normAutofit/>
          </a:bodyPr>
          <a:lstStyle/>
          <a:p>
            <a:pPr algn="l"/>
            <a:r>
              <a:rPr lang="en-US" sz="4000" dirty="0"/>
              <a:t>Building a Modular Conversational AI for Restaurant Ordering using Semantic Kernel</a:t>
            </a:r>
          </a:p>
        </p:txBody>
      </p:sp>
      <p:sp>
        <p:nvSpPr>
          <p:cNvPr id="3" name="Subtitle 2">
            <a:extLst>
              <a:ext uri="{FF2B5EF4-FFF2-40B4-BE49-F238E27FC236}">
                <a16:creationId xmlns:a16="http://schemas.microsoft.com/office/drawing/2014/main" id="{F67FCD39-3273-6900-7029-AB12ED989F0C}"/>
              </a:ext>
            </a:extLst>
          </p:cNvPr>
          <p:cNvSpPr>
            <a:spLocks noGrp="1"/>
          </p:cNvSpPr>
          <p:nvPr>
            <p:ph type="subTitle" idx="1"/>
          </p:nvPr>
        </p:nvSpPr>
        <p:spPr>
          <a:xfrm>
            <a:off x="952228" y="4041114"/>
            <a:ext cx="3973386" cy="1485319"/>
          </a:xfrm>
          <a:noFill/>
        </p:spPr>
        <p:txBody>
          <a:bodyPr>
            <a:normAutofit/>
          </a:bodyPr>
          <a:lstStyle/>
          <a:p>
            <a:pPr algn="l"/>
            <a:r>
              <a:rPr lang="en-US" dirty="0"/>
              <a:t>ISE Studio 2 DS</a:t>
            </a:r>
          </a:p>
          <a:p>
            <a:pPr algn="l"/>
            <a:r>
              <a:rPr lang="en-US" b="1" dirty="0"/>
              <a:t>Tolulope Ale</a:t>
            </a:r>
          </a:p>
        </p:txBody>
      </p:sp>
      <p:pic>
        <p:nvPicPr>
          <p:cNvPr id="4" name="Picture 2" descr="Microsoft Unveils a New Look - The Official Microsoft Blog">
            <a:extLst>
              <a:ext uri="{FF2B5EF4-FFF2-40B4-BE49-F238E27FC236}">
                <a16:creationId xmlns:a16="http://schemas.microsoft.com/office/drawing/2014/main" id="{AA462B0C-6D02-BDCE-7255-D6977DE8A11D}"/>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3729" y="0"/>
            <a:ext cx="2518629" cy="9255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1288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94E8F07-0C71-227E-A174-DCB3C8AF556F}"/>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Outline</a:t>
            </a:r>
          </a:p>
        </p:txBody>
      </p:sp>
      <p:graphicFrame>
        <p:nvGraphicFramePr>
          <p:cNvPr id="25" name="Content Placeholder 2">
            <a:extLst>
              <a:ext uri="{FF2B5EF4-FFF2-40B4-BE49-F238E27FC236}">
                <a16:creationId xmlns:a16="http://schemas.microsoft.com/office/drawing/2014/main" id="{5B75288A-C011-69EE-6E0E-D02CF08370F3}"/>
              </a:ext>
            </a:extLst>
          </p:cNvPr>
          <p:cNvGraphicFramePr>
            <a:graphicFrameLocks noGrp="1"/>
          </p:cNvGraphicFramePr>
          <p:nvPr>
            <p:ph idx="1"/>
            <p:extLst>
              <p:ext uri="{D42A27DB-BD31-4B8C-83A1-F6EECF244321}">
                <p14:modId xmlns:p14="http://schemas.microsoft.com/office/powerpoint/2010/main" val="3229208515"/>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1352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F9E2AB1-59C7-2B6F-36B6-F6F7FB0AA7E9}"/>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Introduction</a:t>
            </a:r>
          </a:p>
        </p:txBody>
      </p:sp>
      <p:graphicFrame>
        <p:nvGraphicFramePr>
          <p:cNvPr id="5" name="Content Placeholder 2">
            <a:extLst>
              <a:ext uri="{FF2B5EF4-FFF2-40B4-BE49-F238E27FC236}">
                <a16:creationId xmlns:a16="http://schemas.microsoft.com/office/drawing/2014/main" id="{2DEECB2A-C1AC-9227-90B1-9D4FB819F721}"/>
              </a:ext>
            </a:extLst>
          </p:cNvPr>
          <p:cNvGraphicFramePr>
            <a:graphicFrameLocks noGrp="1"/>
          </p:cNvGraphicFramePr>
          <p:nvPr>
            <p:ph idx="1"/>
            <p:extLst>
              <p:ext uri="{D42A27DB-BD31-4B8C-83A1-F6EECF244321}">
                <p14:modId xmlns:p14="http://schemas.microsoft.com/office/powerpoint/2010/main" val="47863865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25D96248-4715-56BD-9711-043170185CAF}"/>
              </a:ext>
            </a:extLst>
          </p:cNvPr>
          <p:cNvPicPr>
            <a:picLocks noChangeAspect="1"/>
          </p:cNvPicPr>
          <p:nvPr/>
        </p:nvPicPr>
        <p:blipFill>
          <a:blip r:embed="rId8"/>
          <a:stretch>
            <a:fillRect/>
          </a:stretch>
        </p:blipFill>
        <p:spPr>
          <a:xfrm>
            <a:off x="10350229" y="6261099"/>
            <a:ext cx="1838529" cy="590145"/>
          </a:xfrm>
          <a:prstGeom prst="rect">
            <a:avLst/>
          </a:prstGeom>
        </p:spPr>
      </p:pic>
    </p:spTree>
    <p:extLst>
      <p:ext uri="{BB962C8B-B14F-4D97-AF65-F5344CB8AC3E}">
        <p14:creationId xmlns:p14="http://schemas.microsoft.com/office/powerpoint/2010/main" val="3509858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24FC1-8191-6D15-2FAC-41E59BA1093F}"/>
              </a:ext>
            </a:extLst>
          </p:cNvPr>
          <p:cNvSpPr>
            <a:spLocks noGrp="1"/>
          </p:cNvSpPr>
          <p:nvPr>
            <p:ph type="title"/>
          </p:nvPr>
        </p:nvSpPr>
        <p:spPr>
          <a:xfrm>
            <a:off x="7910285" y="741391"/>
            <a:ext cx="3443514" cy="1616203"/>
          </a:xfrm>
        </p:spPr>
        <p:txBody>
          <a:bodyPr anchor="b">
            <a:normAutofit/>
          </a:bodyPr>
          <a:lstStyle/>
          <a:p>
            <a:r>
              <a:rPr lang="en-US" sz="3200"/>
              <a:t>Features</a:t>
            </a:r>
          </a:p>
        </p:txBody>
      </p:sp>
      <p:pic>
        <p:nvPicPr>
          <p:cNvPr id="9" name="Picture 8" descr="A screenshot of a chatbot&#10;&#10;AI-generated content may be incorrect.">
            <a:extLst>
              <a:ext uri="{FF2B5EF4-FFF2-40B4-BE49-F238E27FC236}">
                <a16:creationId xmlns:a16="http://schemas.microsoft.com/office/drawing/2014/main" id="{E2E2EC04-BD6F-10F3-1E9C-EBAC365723AC}"/>
              </a:ext>
            </a:extLst>
          </p:cNvPr>
          <p:cNvPicPr>
            <a:picLocks noChangeAspect="1"/>
          </p:cNvPicPr>
          <p:nvPr/>
        </p:nvPicPr>
        <p:blipFill>
          <a:blip r:embed="rId3"/>
          <a:stretch>
            <a:fillRect/>
          </a:stretch>
        </p:blipFill>
        <p:spPr>
          <a:xfrm>
            <a:off x="787114" y="991223"/>
            <a:ext cx="6449549" cy="4804912"/>
          </a:xfrm>
          <a:prstGeom prst="rect">
            <a:avLst/>
          </a:prstGeom>
        </p:spPr>
      </p:pic>
      <p:sp>
        <p:nvSpPr>
          <p:cNvPr id="3" name="Content Placeholder 2">
            <a:extLst>
              <a:ext uri="{FF2B5EF4-FFF2-40B4-BE49-F238E27FC236}">
                <a16:creationId xmlns:a16="http://schemas.microsoft.com/office/drawing/2014/main" id="{A879FDB8-E699-EAFF-88CA-65FC021FC042}"/>
              </a:ext>
            </a:extLst>
          </p:cNvPr>
          <p:cNvSpPr>
            <a:spLocks noGrp="1"/>
          </p:cNvSpPr>
          <p:nvPr>
            <p:ph idx="1"/>
          </p:nvPr>
        </p:nvSpPr>
        <p:spPr>
          <a:xfrm>
            <a:off x="7910285" y="2533476"/>
            <a:ext cx="3443514" cy="3447832"/>
          </a:xfrm>
        </p:spPr>
        <p:txBody>
          <a:bodyPr anchor="t">
            <a:normAutofit/>
          </a:bodyPr>
          <a:lstStyle/>
          <a:p>
            <a:r>
              <a:rPr lang="en-US" sz="2000"/>
              <a:t>Brand Persona</a:t>
            </a:r>
          </a:p>
          <a:p>
            <a:r>
              <a:rPr lang="en-US" sz="2000"/>
              <a:t>Conversation Style: </a:t>
            </a:r>
            <a:r>
              <a:rPr lang="en-US" sz="2000" i="1" dirty="0"/>
              <a:t>default, casual, or gen z</a:t>
            </a:r>
            <a:endParaRPr lang="en-US" sz="2000" i="1"/>
          </a:p>
          <a:p>
            <a:r>
              <a:rPr lang="en-US" sz="2000"/>
              <a:t>Menu Configuration</a:t>
            </a:r>
          </a:p>
          <a:p>
            <a:r>
              <a:rPr lang="en-US" sz="2000"/>
              <a:t>Multi-layer Evaluation</a:t>
            </a:r>
          </a:p>
        </p:txBody>
      </p:sp>
      <p:grpSp>
        <p:nvGrpSpPr>
          <p:cNvPr id="13" name="Group 12">
            <a:extLst>
              <a:ext uri="{FF2B5EF4-FFF2-40B4-BE49-F238E27FC236}">
                <a16:creationId xmlns:a16="http://schemas.microsoft.com/office/drawing/2014/main" id="{31C49F18-8757-4E87-5C2E-9D6D7B82BA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7" name="Rectangle 16">
              <a:extLst>
                <a:ext uri="{FF2B5EF4-FFF2-40B4-BE49-F238E27FC236}">
                  <a16:creationId xmlns:a16="http://schemas.microsoft.com/office/drawing/2014/main" id="{25C84D91-E5BF-B919-ACEF-4A25262CE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D889E38-27CA-E23F-B646-8D7B4BB17D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 name="Picture 10" descr="A blue text on a white background&#10;&#10;AI-generated content may be incorrect.">
            <a:extLst>
              <a:ext uri="{FF2B5EF4-FFF2-40B4-BE49-F238E27FC236}">
                <a16:creationId xmlns:a16="http://schemas.microsoft.com/office/drawing/2014/main" id="{1CB0A993-C961-0408-0F25-7621F08E9323}"/>
              </a:ext>
            </a:extLst>
          </p:cNvPr>
          <p:cNvPicPr>
            <a:picLocks noChangeAspect="1"/>
          </p:cNvPicPr>
          <p:nvPr/>
        </p:nvPicPr>
        <p:blipFill>
          <a:blip r:embed="rId4"/>
          <a:stretch>
            <a:fillRect/>
          </a:stretch>
        </p:blipFill>
        <p:spPr>
          <a:xfrm>
            <a:off x="10350229" y="6261099"/>
            <a:ext cx="1838529" cy="590145"/>
          </a:xfrm>
          <a:prstGeom prst="rect">
            <a:avLst/>
          </a:prstGeom>
        </p:spPr>
      </p:pic>
    </p:spTree>
    <p:extLst>
      <p:ext uri="{BB962C8B-B14F-4D97-AF65-F5344CB8AC3E}">
        <p14:creationId xmlns:p14="http://schemas.microsoft.com/office/powerpoint/2010/main" val="2357131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E43749F-AB9D-5C4C-0E4B-F7FDA5CD676E}"/>
              </a:ext>
            </a:extLst>
          </p:cNvPr>
          <p:cNvPicPr>
            <a:picLocks noChangeAspect="1"/>
          </p:cNvPicPr>
          <p:nvPr/>
        </p:nvPicPr>
        <p:blipFill>
          <a:blip r:embed="rId3">
            <a:duotone>
              <a:schemeClr val="bg2">
                <a:shade val="45000"/>
                <a:satMod val="135000"/>
              </a:schemeClr>
              <a:prstClr val="white"/>
            </a:duotone>
          </a:blip>
          <a:srcRect/>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F54E71-1675-A5F1-58BA-9AC6C05A5B4C}"/>
              </a:ext>
            </a:extLst>
          </p:cNvPr>
          <p:cNvSpPr>
            <a:spLocks noGrp="1"/>
          </p:cNvSpPr>
          <p:nvPr>
            <p:ph type="title"/>
          </p:nvPr>
        </p:nvSpPr>
        <p:spPr>
          <a:xfrm>
            <a:off x="838200" y="365125"/>
            <a:ext cx="10515600" cy="1325563"/>
          </a:xfrm>
        </p:spPr>
        <p:txBody>
          <a:bodyPr>
            <a:normAutofit/>
          </a:bodyPr>
          <a:lstStyle/>
          <a:p>
            <a:r>
              <a:rPr lang="en-US" dirty="0"/>
              <a:t>Business Impact</a:t>
            </a:r>
          </a:p>
        </p:txBody>
      </p:sp>
      <p:graphicFrame>
        <p:nvGraphicFramePr>
          <p:cNvPr id="5" name="Content Placeholder 2">
            <a:extLst>
              <a:ext uri="{FF2B5EF4-FFF2-40B4-BE49-F238E27FC236}">
                <a16:creationId xmlns:a16="http://schemas.microsoft.com/office/drawing/2014/main" id="{C0223D8F-F1C6-2052-F153-E99083D566FD}"/>
              </a:ext>
            </a:extLst>
          </p:cNvPr>
          <p:cNvGraphicFramePr>
            <a:graphicFrameLocks noGrp="1"/>
          </p:cNvGraphicFramePr>
          <p:nvPr>
            <p:ph idx="1"/>
            <p:extLst>
              <p:ext uri="{D42A27DB-BD31-4B8C-83A1-F6EECF244321}">
                <p14:modId xmlns:p14="http://schemas.microsoft.com/office/powerpoint/2010/main" val="237626161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3" name="Picture 2">
            <a:extLst>
              <a:ext uri="{FF2B5EF4-FFF2-40B4-BE49-F238E27FC236}">
                <a16:creationId xmlns:a16="http://schemas.microsoft.com/office/drawing/2014/main" id="{FD978E20-C0F7-CF04-066D-E8982DCC9887}"/>
              </a:ext>
            </a:extLst>
          </p:cNvPr>
          <p:cNvPicPr>
            <a:picLocks noChangeAspect="1"/>
          </p:cNvPicPr>
          <p:nvPr/>
        </p:nvPicPr>
        <p:blipFill>
          <a:blip r:embed="rId9"/>
          <a:stretch>
            <a:fillRect/>
          </a:stretch>
        </p:blipFill>
        <p:spPr>
          <a:xfrm>
            <a:off x="10350229" y="6261099"/>
            <a:ext cx="1838529" cy="590145"/>
          </a:xfrm>
          <a:prstGeom prst="rect">
            <a:avLst/>
          </a:prstGeom>
        </p:spPr>
      </p:pic>
    </p:spTree>
    <p:extLst>
      <p:ext uri="{BB962C8B-B14F-4D97-AF65-F5344CB8AC3E}">
        <p14:creationId xmlns:p14="http://schemas.microsoft.com/office/powerpoint/2010/main" val="1227123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7E8C7B26-6E66-5D86-15F0-A0B030E7D609}"/>
              </a:ext>
            </a:extLst>
          </p:cNvPr>
          <p:cNvSpPr txBox="1">
            <a:spLocks/>
          </p:cNvSpPr>
          <p:nvPr/>
        </p:nvSpPr>
        <p:spPr>
          <a:xfrm>
            <a:off x="793662" y="386930"/>
            <a:ext cx="10066122" cy="129844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4800" kern="1200">
                <a:solidFill>
                  <a:schemeClr val="tx1"/>
                </a:solidFill>
                <a:latin typeface="+mj-lt"/>
                <a:ea typeface="+mj-ea"/>
                <a:cs typeface="+mj-cs"/>
              </a:rPr>
              <a:t>Project Impact</a:t>
            </a:r>
          </a:p>
        </p:txBody>
      </p:sp>
      <p:sp>
        <p:nvSpPr>
          <p:cNvPr id="50" name="Rectangle 49">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FD6F7CB-0C4C-1897-816C-0C82D82C2190}"/>
              </a:ext>
            </a:extLst>
          </p:cNvPr>
          <p:cNvSpPr txBox="1"/>
          <p:nvPr/>
        </p:nvSpPr>
        <p:spPr>
          <a:xfrm>
            <a:off x="793661" y="2599509"/>
            <a:ext cx="4530898" cy="3639450"/>
          </a:xfrm>
          <a:prstGeom prst="rect">
            <a:avLst/>
          </a:prstGeom>
        </p:spPr>
        <p:txBody>
          <a:bodyPr vert="horz" lIns="91440" tIns="45720" rIns="91440" bIns="45720" rtlCol="0" anchor="ctr">
            <a:normAutofit/>
          </a:bodyPr>
          <a:lstStyle/>
          <a:p>
            <a:pPr marL="171450" indent="-228600">
              <a:lnSpc>
                <a:spcPct val="90000"/>
              </a:lnSpc>
              <a:spcAft>
                <a:spcPts val="600"/>
              </a:spcAft>
              <a:buFont typeface="Arial" panose="020B0604020202020204" pitchFamily="34" charset="0"/>
              <a:buChar char="•"/>
            </a:pPr>
            <a:r>
              <a:rPr lang="en-US" sz="1700" dirty="0"/>
              <a:t>Alignment with Microsoft performance and development philosophy.</a:t>
            </a:r>
          </a:p>
          <a:p>
            <a:pPr marL="514350" indent="-228600">
              <a:lnSpc>
                <a:spcPct val="90000"/>
              </a:lnSpc>
              <a:spcAft>
                <a:spcPts val="600"/>
              </a:spcAft>
              <a:buFont typeface="Arial" panose="020B0604020202020204" pitchFamily="34" charset="0"/>
              <a:buChar char="•"/>
            </a:pPr>
            <a:r>
              <a:rPr lang="en-US" sz="1700" dirty="0"/>
              <a:t>Leveraging lessons from a previous Domino’s project with </a:t>
            </a:r>
            <a:r>
              <a:rPr lang="en-US" sz="1700" dirty="0" err="1"/>
              <a:t>Promptflow</a:t>
            </a:r>
            <a:r>
              <a:rPr lang="en-US" sz="1700" dirty="0"/>
              <a:t> implementation, we have reimagined and enhanced the solution using Semantic Kernel, and integrated features with greater flexibility and intelligence.</a:t>
            </a:r>
          </a:p>
          <a:p>
            <a:pPr marL="514350" indent="-228600">
              <a:lnSpc>
                <a:spcPct val="90000"/>
              </a:lnSpc>
              <a:spcAft>
                <a:spcPts val="600"/>
              </a:spcAft>
              <a:buFont typeface="Arial" panose="020B0604020202020204" pitchFamily="34" charset="0"/>
              <a:buChar char="•"/>
            </a:pPr>
            <a:r>
              <a:rPr lang="en-US" sz="1700" dirty="0"/>
              <a:t>The extensible and modular design enables rapid adaptation to evolving needs without changing the core code. </a:t>
            </a:r>
          </a:p>
          <a:p>
            <a:pPr marL="514350" indent="-228600">
              <a:lnSpc>
                <a:spcPct val="90000"/>
              </a:lnSpc>
              <a:spcAft>
                <a:spcPts val="600"/>
              </a:spcAft>
              <a:buFont typeface="Arial" panose="020B0604020202020204" pitchFamily="34" charset="0"/>
              <a:buChar char="•"/>
            </a:pPr>
            <a:r>
              <a:rPr lang="en-US" sz="1700" dirty="0"/>
              <a:t>Reusable and scalable asset, ready to be adopted, customized and scaled for maximum business value.</a:t>
            </a:r>
          </a:p>
        </p:txBody>
      </p:sp>
      <p:pic>
        <p:nvPicPr>
          <p:cNvPr id="8" name="Picture 7" descr="A diagram of a diagram">
            <a:extLst>
              <a:ext uri="{FF2B5EF4-FFF2-40B4-BE49-F238E27FC236}">
                <a16:creationId xmlns:a16="http://schemas.microsoft.com/office/drawing/2014/main" id="{F8A72CEF-9F82-010A-1142-BC3D49596E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7001" y="2599509"/>
            <a:ext cx="4042783" cy="3011873"/>
          </a:xfrm>
          <a:prstGeom prst="rect">
            <a:avLst/>
          </a:prstGeom>
        </p:spPr>
      </p:pic>
      <p:sp>
        <p:nvSpPr>
          <p:cNvPr id="54" name="Rectangle 53">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D661418F-8825-9BDE-C453-C107C85128FE}"/>
              </a:ext>
            </a:extLst>
          </p:cNvPr>
          <p:cNvPicPr>
            <a:picLocks noChangeAspect="1"/>
          </p:cNvPicPr>
          <p:nvPr/>
        </p:nvPicPr>
        <p:blipFill>
          <a:blip r:embed="rId4"/>
          <a:stretch>
            <a:fillRect/>
          </a:stretch>
        </p:blipFill>
        <p:spPr>
          <a:xfrm>
            <a:off x="10350229" y="6261099"/>
            <a:ext cx="1838529" cy="590145"/>
          </a:xfrm>
          <a:prstGeom prst="rect">
            <a:avLst/>
          </a:prstGeom>
        </p:spPr>
      </p:pic>
    </p:spTree>
    <p:extLst>
      <p:ext uri="{BB962C8B-B14F-4D97-AF65-F5344CB8AC3E}">
        <p14:creationId xmlns:p14="http://schemas.microsoft.com/office/powerpoint/2010/main" val="4044656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FCAE665F-FCA2-4BA4-B226-9BBF3565822E}"/>
              </a:ext>
            </a:extLst>
          </p:cNvPr>
          <p:cNvSpPr>
            <a:spLocks noGrp="1"/>
          </p:cNvSpPr>
          <p:nvPr>
            <p:ph type="title"/>
          </p:nvPr>
        </p:nvSpPr>
        <p:spPr>
          <a:xfrm>
            <a:off x="635000" y="640823"/>
            <a:ext cx="3418659" cy="5583148"/>
          </a:xfrm>
        </p:spPr>
        <p:txBody>
          <a:bodyPr vert="horz" lIns="91440" tIns="45720" rIns="91440" bIns="45720" rtlCol="0" anchor="ctr">
            <a:normAutofit/>
          </a:bodyPr>
          <a:lstStyle/>
          <a:p>
            <a:r>
              <a:rPr lang="en-US" sz="3800" kern="1200">
                <a:latin typeface="+mj-lt"/>
                <a:ea typeface="+mj-ea"/>
                <a:cs typeface="+mj-cs"/>
              </a:rPr>
              <a:t>Solution: Framework and Implementation</a:t>
            </a:r>
          </a:p>
        </p:txBody>
      </p:sp>
      <p:sp>
        <p:nvSpPr>
          <p:cNvPr id="22"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FC6D99E2-06A4-1D9A-F61C-1B749BE0D4FF}"/>
              </a:ext>
            </a:extLst>
          </p:cNvPr>
          <p:cNvGrpSpPr/>
          <p:nvPr/>
        </p:nvGrpSpPr>
        <p:grpSpPr>
          <a:xfrm>
            <a:off x="4648018" y="722732"/>
            <a:ext cx="6900512" cy="5372320"/>
            <a:chOff x="1238492" y="-331183"/>
            <a:chExt cx="7982762" cy="6945563"/>
          </a:xfrm>
        </p:grpSpPr>
        <p:pic>
          <p:nvPicPr>
            <p:cNvPr id="15" name="Picture 14" descr="A diagram of a software system&#10;&#10;AI-generated content may be incorrect.">
              <a:extLst>
                <a:ext uri="{FF2B5EF4-FFF2-40B4-BE49-F238E27FC236}">
                  <a16:creationId xmlns:a16="http://schemas.microsoft.com/office/drawing/2014/main" id="{EBD9DD4F-2BDF-CFAF-0253-B9C7F5FDDD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8492" y="-331183"/>
              <a:ext cx="7982762" cy="6945563"/>
            </a:xfrm>
            <a:prstGeom prst="rect">
              <a:avLst/>
            </a:prstGeom>
          </p:spPr>
        </p:pic>
        <p:cxnSp>
          <p:nvCxnSpPr>
            <p:cNvPr id="3" name="Straight Arrow Connector 2">
              <a:extLst>
                <a:ext uri="{FF2B5EF4-FFF2-40B4-BE49-F238E27FC236}">
                  <a16:creationId xmlns:a16="http://schemas.microsoft.com/office/drawing/2014/main" id="{401A26F7-3988-1604-C01C-9AA455957911}"/>
                </a:ext>
              </a:extLst>
            </p:cNvPr>
            <p:cNvCxnSpPr>
              <a:cxnSpLocks/>
            </p:cNvCxnSpPr>
            <p:nvPr/>
          </p:nvCxnSpPr>
          <p:spPr>
            <a:xfrm>
              <a:off x="2176041" y="3715472"/>
              <a:ext cx="0" cy="474562"/>
            </a:xfrm>
            <a:prstGeom prst="straightConnector1">
              <a:avLst/>
            </a:prstGeom>
            <a:ln>
              <a:solidFill>
                <a:srgbClr val="EE0000"/>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grpSp>
      <p:pic>
        <p:nvPicPr>
          <p:cNvPr id="2" name="Picture 1">
            <a:extLst>
              <a:ext uri="{FF2B5EF4-FFF2-40B4-BE49-F238E27FC236}">
                <a16:creationId xmlns:a16="http://schemas.microsoft.com/office/drawing/2014/main" id="{71048839-3D26-73A8-6794-02197F002C97}"/>
              </a:ext>
            </a:extLst>
          </p:cNvPr>
          <p:cNvPicPr>
            <a:picLocks noChangeAspect="1"/>
          </p:cNvPicPr>
          <p:nvPr/>
        </p:nvPicPr>
        <p:blipFill>
          <a:blip r:embed="rId4"/>
          <a:stretch>
            <a:fillRect/>
          </a:stretch>
        </p:blipFill>
        <p:spPr>
          <a:xfrm>
            <a:off x="10350229" y="6261099"/>
            <a:ext cx="1838529" cy="590145"/>
          </a:xfrm>
          <a:prstGeom prst="rect">
            <a:avLst/>
          </a:prstGeom>
        </p:spPr>
      </p:pic>
    </p:spTree>
    <p:extLst>
      <p:ext uri="{BB962C8B-B14F-4D97-AF65-F5344CB8AC3E}">
        <p14:creationId xmlns:p14="http://schemas.microsoft.com/office/powerpoint/2010/main" val="2901620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7" name="Rectangle 26">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Rectangle 29">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0A7DBE-1DED-268C-118E-8DE9117EB0A6}"/>
              </a:ext>
            </a:extLst>
          </p:cNvPr>
          <p:cNvSpPr>
            <a:spLocks noGrp="1"/>
          </p:cNvSpPr>
          <p:nvPr>
            <p:ph type="title"/>
          </p:nvPr>
        </p:nvSpPr>
        <p:spPr>
          <a:xfrm>
            <a:off x="853120" y="-68686"/>
            <a:ext cx="5040285" cy="939629"/>
          </a:xfrm>
        </p:spPr>
        <p:txBody>
          <a:bodyPr vert="horz" lIns="91440" tIns="45720" rIns="91440" bIns="45720" rtlCol="0" anchor="b">
            <a:normAutofit/>
          </a:bodyPr>
          <a:lstStyle/>
          <a:p>
            <a:r>
              <a:rPr lang="en-US" sz="4000" dirty="0"/>
              <a:t>Semantic Kernel</a:t>
            </a:r>
          </a:p>
        </p:txBody>
      </p:sp>
      <p:sp>
        <p:nvSpPr>
          <p:cNvPr id="32" name="Rectangle 31">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65F4C15-9B80-2155-F958-1A756FEAABAD}"/>
              </a:ext>
            </a:extLst>
          </p:cNvPr>
          <p:cNvSpPr txBox="1"/>
          <p:nvPr/>
        </p:nvSpPr>
        <p:spPr>
          <a:xfrm>
            <a:off x="853120" y="756303"/>
            <a:ext cx="9802939" cy="508565"/>
          </a:xfrm>
          <a:prstGeom prst="rect">
            <a:avLst/>
          </a:prstGeom>
        </p:spPr>
        <p:txBody>
          <a:bodyPr vert="horz" lIns="91440" tIns="45720" rIns="91440" bIns="45720" rtlCol="0" anchor="ctr">
            <a:normAutofit/>
          </a:bodyPr>
          <a:lstStyle/>
          <a:p>
            <a:pPr>
              <a:lnSpc>
                <a:spcPct val="90000"/>
              </a:lnSpc>
              <a:spcAft>
                <a:spcPts val="600"/>
              </a:spcAft>
            </a:pPr>
            <a:r>
              <a:rPr lang="en-US" sz="2000" dirty="0"/>
              <a:t>An orchestrator framework that combines the power of LLMs with programming logic</a:t>
            </a:r>
          </a:p>
        </p:txBody>
      </p:sp>
      <p:pic>
        <p:nvPicPr>
          <p:cNvPr id="9" name="Picture 8">
            <a:extLst>
              <a:ext uri="{FF2B5EF4-FFF2-40B4-BE49-F238E27FC236}">
                <a16:creationId xmlns:a16="http://schemas.microsoft.com/office/drawing/2014/main" id="{4BD347F0-9557-CDEF-CD54-FCF74BFEE2E9}"/>
              </a:ext>
            </a:extLst>
          </p:cNvPr>
          <p:cNvPicPr>
            <a:picLocks noChangeAspect="1"/>
          </p:cNvPicPr>
          <p:nvPr/>
        </p:nvPicPr>
        <p:blipFill>
          <a:blip r:embed="rId3"/>
          <a:stretch>
            <a:fillRect/>
          </a:stretch>
        </p:blipFill>
        <p:spPr>
          <a:xfrm>
            <a:off x="2471059" y="2921244"/>
            <a:ext cx="7555361" cy="2134388"/>
          </a:xfrm>
          <a:prstGeom prst="rect">
            <a:avLst/>
          </a:prstGeom>
        </p:spPr>
      </p:pic>
      <p:pic>
        <p:nvPicPr>
          <p:cNvPr id="4" name="Picture 3">
            <a:extLst>
              <a:ext uri="{FF2B5EF4-FFF2-40B4-BE49-F238E27FC236}">
                <a16:creationId xmlns:a16="http://schemas.microsoft.com/office/drawing/2014/main" id="{BF93F313-EF23-2AD0-886D-D166D606D635}"/>
              </a:ext>
            </a:extLst>
          </p:cNvPr>
          <p:cNvPicPr>
            <a:picLocks noChangeAspect="1"/>
          </p:cNvPicPr>
          <p:nvPr/>
        </p:nvPicPr>
        <p:blipFill>
          <a:blip r:embed="rId4"/>
          <a:stretch>
            <a:fillRect/>
          </a:stretch>
        </p:blipFill>
        <p:spPr>
          <a:xfrm>
            <a:off x="2315531" y="1287044"/>
            <a:ext cx="7639721" cy="5088819"/>
          </a:xfrm>
          <a:prstGeom prst="rect">
            <a:avLst/>
          </a:prstGeom>
        </p:spPr>
      </p:pic>
      <p:pic>
        <p:nvPicPr>
          <p:cNvPr id="3" name="Picture 2">
            <a:extLst>
              <a:ext uri="{FF2B5EF4-FFF2-40B4-BE49-F238E27FC236}">
                <a16:creationId xmlns:a16="http://schemas.microsoft.com/office/drawing/2014/main" id="{F3512C3D-C48E-F5FC-87D3-01E47921ADD1}"/>
              </a:ext>
            </a:extLst>
          </p:cNvPr>
          <p:cNvPicPr>
            <a:picLocks noChangeAspect="1"/>
          </p:cNvPicPr>
          <p:nvPr/>
        </p:nvPicPr>
        <p:blipFill>
          <a:blip r:embed="rId5"/>
          <a:stretch>
            <a:fillRect/>
          </a:stretch>
        </p:blipFill>
        <p:spPr>
          <a:xfrm>
            <a:off x="10350229" y="6261099"/>
            <a:ext cx="1838529" cy="590145"/>
          </a:xfrm>
          <a:prstGeom prst="rect">
            <a:avLst/>
          </a:prstGeom>
        </p:spPr>
      </p:pic>
    </p:spTree>
    <p:extLst>
      <p:ext uri="{BB962C8B-B14F-4D97-AF65-F5344CB8AC3E}">
        <p14:creationId xmlns:p14="http://schemas.microsoft.com/office/powerpoint/2010/main" val="530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749DC-536C-8A84-C110-2077ABB39CFF}"/>
              </a:ext>
            </a:extLst>
          </p:cNvPr>
          <p:cNvSpPr>
            <a:spLocks noGrp="1"/>
          </p:cNvSpPr>
          <p:nvPr>
            <p:ph type="title"/>
          </p:nvPr>
        </p:nvSpPr>
        <p:spPr/>
        <p:txBody>
          <a:bodyPr/>
          <a:lstStyle/>
          <a:p>
            <a:r>
              <a:rPr lang="en-US"/>
              <a:t>Flows</a:t>
            </a:r>
            <a:endParaRPr lang="en-US" dirty="0"/>
          </a:p>
        </p:txBody>
      </p:sp>
      <p:sp>
        <p:nvSpPr>
          <p:cNvPr id="4" name="Content Placeholder 3">
            <a:extLst>
              <a:ext uri="{FF2B5EF4-FFF2-40B4-BE49-F238E27FC236}">
                <a16:creationId xmlns:a16="http://schemas.microsoft.com/office/drawing/2014/main" id="{9E181A67-FD8E-4597-C5F3-63C30AA28057}"/>
              </a:ext>
            </a:extLst>
          </p:cNvPr>
          <p:cNvSpPr txBox="1">
            <a:spLocks noGrp="1"/>
          </p:cNvSpPr>
          <p:nvPr>
            <p:ph idx="1"/>
          </p:nvPr>
        </p:nvSpPr>
        <p:spPr>
          <a:xfrm>
            <a:off x="635000" y="1253331"/>
            <a:ext cx="4984964" cy="4351338"/>
          </a:xfrm>
          <a:prstGeom prst="rect">
            <a:avLst/>
          </a:prstGeom>
        </p:spPr>
        <p:txBody>
          <a:bodyPr vert="horz" lIns="91440" tIns="45720" rIns="91440" bIns="45720" rtlCol="0" anchor="ctr">
            <a:normAutofit/>
          </a:bodyPr>
          <a:lstStyle/>
          <a:p>
            <a:pPr marL="285750" indent="-228600">
              <a:lnSpc>
                <a:spcPct val="90000"/>
              </a:lnSpc>
              <a:spcAft>
                <a:spcPts val="600"/>
              </a:spcAft>
              <a:buFont typeface="Arial" panose="020B0604020202020204" pitchFamily="34" charset="0"/>
              <a:buChar char="•"/>
            </a:pPr>
            <a:r>
              <a:rPr lang="en-US" sz="2000" b="1" dirty="0"/>
              <a:t>Intent Classification</a:t>
            </a:r>
            <a:r>
              <a:rPr lang="en-US" sz="2000" dirty="0"/>
              <a:t>: Determines user intent (order or conversation).</a:t>
            </a:r>
          </a:p>
          <a:p>
            <a:pPr marL="285750">
              <a:spcAft>
                <a:spcPts val="600"/>
              </a:spcAft>
            </a:pPr>
            <a:r>
              <a:rPr lang="en-US" sz="2000" b="1" dirty="0"/>
              <a:t>Conversation Flow</a:t>
            </a:r>
            <a:r>
              <a:rPr lang="en-US" sz="2000" dirty="0"/>
              <a:t>: Handles general conversation with brand personality and conversation style.</a:t>
            </a:r>
          </a:p>
          <a:p>
            <a:pPr marL="742950" lvl="1">
              <a:spcAft>
                <a:spcPts val="600"/>
              </a:spcAft>
            </a:pPr>
            <a:r>
              <a:rPr lang="en-US" sz="2000" dirty="0"/>
              <a:t>Preamble Flow</a:t>
            </a:r>
          </a:p>
          <a:p>
            <a:pPr marL="742950" lvl="1">
              <a:spcAft>
                <a:spcPts val="600"/>
              </a:spcAft>
            </a:pPr>
            <a:r>
              <a:rPr lang="en-US" sz="2000" dirty="0"/>
              <a:t>Order Assistant Flow</a:t>
            </a:r>
          </a:p>
          <a:p>
            <a:pPr marL="742950" lvl="1">
              <a:spcAft>
                <a:spcPts val="600"/>
              </a:spcAft>
            </a:pPr>
            <a:r>
              <a:rPr lang="en-US" sz="2000" dirty="0"/>
              <a:t>Summary Flow</a:t>
            </a:r>
          </a:p>
          <a:p>
            <a:pPr marL="285750" indent="-228600">
              <a:lnSpc>
                <a:spcPct val="90000"/>
              </a:lnSpc>
              <a:spcAft>
                <a:spcPts val="600"/>
              </a:spcAft>
              <a:buFont typeface="Arial" panose="020B0604020202020204" pitchFamily="34" charset="0"/>
              <a:buChar char="•"/>
            </a:pPr>
            <a:r>
              <a:rPr lang="en-US" sz="2000" b="1" dirty="0"/>
              <a:t>Order Flow: </a:t>
            </a:r>
            <a:r>
              <a:rPr lang="en-US" sz="2000" dirty="0"/>
              <a:t>Manages order lifecycle with validation.</a:t>
            </a:r>
          </a:p>
        </p:txBody>
      </p:sp>
      <p:pic>
        <p:nvPicPr>
          <p:cNvPr id="7" name="Picture 6">
            <a:extLst>
              <a:ext uri="{FF2B5EF4-FFF2-40B4-BE49-F238E27FC236}">
                <a16:creationId xmlns:a16="http://schemas.microsoft.com/office/drawing/2014/main" id="{122FC1EC-2F19-1AB8-1666-7E28DFDB2595}"/>
              </a:ext>
            </a:extLst>
          </p:cNvPr>
          <p:cNvPicPr>
            <a:picLocks noChangeAspect="1"/>
          </p:cNvPicPr>
          <p:nvPr/>
        </p:nvPicPr>
        <p:blipFill>
          <a:blip r:embed="rId3"/>
          <a:stretch>
            <a:fillRect/>
          </a:stretch>
        </p:blipFill>
        <p:spPr>
          <a:xfrm>
            <a:off x="6311604" y="842971"/>
            <a:ext cx="5535183" cy="5464969"/>
          </a:xfrm>
          <a:prstGeom prst="rect">
            <a:avLst/>
          </a:prstGeom>
        </p:spPr>
      </p:pic>
      <p:pic>
        <p:nvPicPr>
          <p:cNvPr id="5" name="Picture 4">
            <a:extLst>
              <a:ext uri="{FF2B5EF4-FFF2-40B4-BE49-F238E27FC236}">
                <a16:creationId xmlns:a16="http://schemas.microsoft.com/office/drawing/2014/main" id="{245BBD69-C969-692A-FB6C-9ED1440FDB32}"/>
              </a:ext>
            </a:extLst>
          </p:cNvPr>
          <p:cNvPicPr>
            <a:picLocks noChangeAspect="1"/>
          </p:cNvPicPr>
          <p:nvPr/>
        </p:nvPicPr>
        <p:blipFill>
          <a:blip r:embed="rId4"/>
          <a:stretch>
            <a:fillRect/>
          </a:stretch>
        </p:blipFill>
        <p:spPr>
          <a:xfrm>
            <a:off x="10350229" y="6261099"/>
            <a:ext cx="1838529" cy="590145"/>
          </a:xfrm>
          <a:prstGeom prst="rect">
            <a:avLst/>
          </a:prstGeom>
        </p:spPr>
      </p:pic>
    </p:spTree>
    <p:extLst>
      <p:ext uri="{BB962C8B-B14F-4D97-AF65-F5344CB8AC3E}">
        <p14:creationId xmlns:p14="http://schemas.microsoft.com/office/powerpoint/2010/main" val="4226655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11107D-4339-FB99-0DB0-6DE412147854}"/>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5EBC18B6-E5C3-4AD1-97A4-E6A3477A0B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DCEC86-F5C3-E490-3349-0535D67D40E3}"/>
              </a:ext>
            </a:extLst>
          </p:cNvPr>
          <p:cNvSpPr>
            <a:spLocks noGrp="1"/>
          </p:cNvSpPr>
          <p:nvPr>
            <p:ph type="title"/>
          </p:nvPr>
        </p:nvSpPr>
        <p:spPr>
          <a:xfrm>
            <a:off x="612648" y="1078992"/>
            <a:ext cx="6272784" cy="1545336"/>
          </a:xfrm>
        </p:spPr>
        <p:txBody>
          <a:bodyPr anchor="b">
            <a:normAutofit/>
          </a:bodyPr>
          <a:lstStyle/>
          <a:p>
            <a:r>
              <a:rPr lang="en-US" sz="5200" dirty="0"/>
              <a:t>Features</a:t>
            </a:r>
          </a:p>
        </p:txBody>
      </p:sp>
      <p:sp>
        <p:nvSpPr>
          <p:cNvPr id="41" name="Rectangle 40">
            <a:extLst>
              <a:ext uri="{FF2B5EF4-FFF2-40B4-BE49-F238E27FC236}">
                <a16:creationId xmlns:a16="http://schemas.microsoft.com/office/drawing/2014/main" id="{136A4AB6-B72B-4CC6-ADCF-BE807B6C3D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0392"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descr="A computer screen shot of text&#10;&#10;AI-generated content may be incorrect.">
            <a:extLst>
              <a:ext uri="{FF2B5EF4-FFF2-40B4-BE49-F238E27FC236}">
                <a16:creationId xmlns:a16="http://schemas.microsoft.com/office/drawing/2014/main" id="{42477916-E526-826D-C90C-53F5DCE9FA76}"/>
              </a:ext>
            </a:extLst>
          </p:cNvPr>
          <p:cNvPicPr>
            <a:picLocks noChangeAspect="1"/>
          </p:cNvPicPr>
          <p:nvPr/>
        </p:nvPicPr>
        <p:blipFill>
          <a:blip r:embed="rId3">
            <a:extLst>
              <a:ext uri="{28A0092B-C50C-407E-A947-70E740481C1C}">
                <a14:useLocalDpi xmlns:a14="http://schemas.microsoft.com/office/drawing/2010/main" val="0"/>
              </a:ext>
            </a:extLst>
          </a:blip>
          <a:srcRect r="22023" b="-3"/>
          <a:stretch>
            <a:fillRect/>
          </a:stretch>
        </p:blipFill>
        <p:spPr>
          <a:xfrm>
            <a:off x="7684008" y="1"/>
            <a:ext cx="4507992" cy="2240280"/>
          </a:xfrm>
          <a:prstGeom prst="rect">
            <a:avLst/>
          </a:prstGeom>
        </p:spPr>
      </p:pic>
      <p:sp>
        <p:nvSpPr>
          <p:cNvPr id="43" name="Rectangle 42">
            <a:extLst>
              <a:ext uri="{FF2B5EF4-FFF2-40B4-BE49-F238E27FC236}">
                <a16:creationId xmlns:a16="http://schemas.microsoft.com/office/drawing/2014/main" id="{B35D540D-9486-4236-952A-F72DC52D79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792"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989A2D04-D571-E13A-1122-C408A113AEBB}"/>
              </a:ext>
            </a:extLst>
          </p:cNvPr>
          <p:cNvSpPr>
            <a:spLocks noGrp="1"/>
          </p:cNvSpPr>
          <p:nvPr>
            <p:ph idx="1"/>
          </p:nvPr>
        </p:nvSpPr>
        <p:spPr>
          <a:xfrm>
            <a:off x="612648" y="3355848"/>
            <a:ext cx="6272784" cy="2825496"/>
          </a:xfrm>
        </p:spPr>
        <p:txBody>
          <a:bodyPr>
            <a:normAutofit/>
          </a:bodyPr>
          <a:lstStyle/>
          <a:p>
            <a:r>
              <a:rPr lang="en-US" sz="2200" b="1" dirty="0"/>
              <a:t>Brand Configuration and Plugin</a:t>
            </a:r>
            <a:r>
              <a:rPr lang="en-US" sz="2200" dirty="0"/>
              <a:t>: Dynamic personality traits and values.</a:t>
            </a:r>
          </a:p>
          <a:p>
            <a:pPr marL="0" indent="0">
              <a:buNone/>
            </a:pPr>
            <a:endParaRPr lang="en-US" sz="2200" dirty="0"/>
          </a:p>
        </p:txBody>
      </p:sp>
      <p:pic>
        <p:nvPicPr>
          <p:cNvPr id="8" name="Picture 7" descr="A screen shot of a computer program&#10;&#10;AI-generated content may be incorrect.">
            <a:extLst>
              <a:ext uri="{FF2B5EF4-FFF2-40B4-BE49-F238E27FC236}">
                <a16:creationId xmlns:a16="http://schemas.microsoft.com/office/drawing/2014/main" id="{C7A1F6D6-D70F-F414-AC62-380EE98A6C42}"/>
              </a:ext>
            </a:extLst>
          </p:cNvPr>
          <p:cNvPicPr>
            <a:picLocks noChangeAspect="1"/>
          </p:cNvPicPr>
          <p:nvPr/>
        </p:nvPicPr>
        <p:blipFill>
          <a:blip r:embed="rId4"/>
          <a:srcRect t="4036" b="8778"/>
          <a:stretch>
            <a:fillRect/>
          </a:stretch>
        </p:blipFill>
        <p:spPr>
          <a:xfrm>
            <a:off x="7684008" y="4583430"/>
            <a:ext cx="4507992" cy="2240280"/>
          </a:xfrm>
          <a:prstGeom prst="rect">
            <a:avLst/>
          </a:prstGeom>
        </p:spPr>
      </p:pic>
      <p:pic>
        <p:nvPicPr>
          <p:cNvPr id="5" name="Picture 4" descr="A screen shot of a computer program&#10;&#10;AI-generated content may be incorrect.">
            <a:extLst>
              <a:ext uri="{FF2B5EF4-FFF2-40B4-BE49-F238E27FC236}">
                <a16:creationId xmlns:a16="http://schemas.microsoft.com/office/drawing/2014/main" id="{4AAF008F-F4B1-B6F2-C5BD-4846851B4823}"/>
              </a:ext>
            </a:extLst>
          </p:cNvPr>
          <p:cNvPicPr>
            <a:picLocks noChangeAspect="1"/>
          </p:cNvPicPr>
          <p:nvPr/>
        </p:nvPicPr>
        <p:blipFill>
          <a:blip r:embed="rId5"/>
          <a:srcRect r="11967" b="3"/>
          <a:stretch>
            <a:fillRect/>
          </a:stretch>
        </p:blipFill>
        <p:spPr>
          <a:xfrm>
            <a:off x="7684008" y="2289404"/>
            <a:ext cx="4507992" cy="2240280"/>
          </a:xfrm>
          <a:prstGeom prst="rect">
            <a:avLst/>
          </a:prstGeom>
        </p:spPr>
      </p:pic>
    </p:spTree>
    <p:extLst>
      <p:ext uri="{BB962C8B-B14F-4D97-AF65-F5344CB8AC3E}">
        <p14:creationId xmlns:p14="http://schemas.microsoft.com/office/powerpoint/2010/main" val="484796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C2394629-8F96-41DE-9771-A48E7EF3C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CA379F-1601-034D-EC93-6E05D88C215D}"/>
              </a:ext>
            </a:extLst>
          </p:cNvPr>
          <p:cNvSpPr>
            <a:spLocks noGrp="1"/>
          </p:cNvSpPr>
          <p:nvPr>
            <p:ph type="title"/>
          </p:nvPr>
        </p:nvSpPr>
        <p:spPr>
          <a:xfrm>
            <a:off x="429638" y="259895"/>
            <a:ext cx="5355077" cy="671284"/>
          </a:xfrm>
        </p:spPr>
        <p:txBody>
          <a:bodyPr anchor="b">
            <a:normAutofit/>
          </a:bodyPr>
          <a:lstStyle/>
          <a:p>
            <a:r>
              <a:rPr lang="en-US" sz="4000" dirty="0"/>
              <a:t>Features</a:t>
            </a:r>
          </a:p>
        </p:txBody>
      </p:sp>
      <p:sp>
        <p:nvSpPr>
          <p:cNvPr id="3" name="Content Placeholder 2">
            <a:extLst>
              <a:ext uri="{FF2B5EF4-FFF2-40B4-BE49-F238E27FC236}">
                <a16:creationId xmlns:a16="http://schemas.microsoft.com/office/drawing/2014/main" id="{E88145E5-5B81-EBCE-33B0-B178FC8B5FA5}"/>
              </a:ext>
            </a:extLst>
          </p:cNvPr>
          <p:cNvSpPr>
            <a:spLocks noGrp="1"/>
          </p:cNvSpPr>
          <p:nvPr>
            <p:ph idx="1"/>
          </p:nvPr>
        </p:nvSpPr>
        <p:spPr>
          <a:xfrm>
            <a:off x="429638" y="1097604"/>
            <a:ext cx="5588541" cy="3136605"/>
          </a:xfrm>
        </p:spPr>
        <p:txBody>
          <a:bodyPr>
            <a:normAutofit/>
          </a:bodyPr>
          <a:lstStyle/>
          <a:p>
            <a:r>
              <a:rPr lang="en-US" sz="2000" b="1" dirty="0"/>
              <a:t>Conversation Style</a:t>
            </a:r>
            <a:r>
              <a:rPr lang="en-US" sz="2000" dirty="0"/>
              <a:t>: Adaptable conversation tone (casual, Gen Z, default)</a:t>
            </a:r>
          </a:p>
          <a:p>
            <a:pPr marL="0" indent="0">
              <a:buNone/>
            </a:pPr>
            <a:endParaRPr lang="en-US" sz="2000" dirty="0"/>
          </a:p>
          <a:p>
            <a:pPr marL="0" indent="0" algn="just">
              <a:buNone/>
            </a:pPr>
            <a:r>
              <a:rPr lang="en-US" sz="1600" i="1" dirty="0">
                <a:latin typeface="Bookman Old Style" panose="02050604050505020204" pitchFamily="18" charset="0"/>
              </a:rPr>
              <a:t>Keep it chill and real, like you're talking to a buddy. Simple, street vibes, no fancy talk. Just flow naturally, keeping it easy and straight up.</a:t>
            </a:r>
          </a:p>
        </p:txBody>
      </p:sp>
      <p:pic>
        <p:nvPicPr>
          <p:cNvPr id="10" name="Picture 9" descr="A blue text on a white background&#10;&#10;AI-generated content may be incorrect.">
            <a:extLst>
              <a:ext uri="{FF2B5EF4-FFF2-40B4-BE49-F238E27FC236}">
                <a16:creationId xmlns:a16="http://schemas.microsoft.com/office/drawing/2014/main" id="{97968FF5-B204-7465-55D3-F6C718E95FBE}"/>
              </a:ext>
            </a:extLst>
          </p:cNvPr>
          <p:cNvPicPr>
            <a:picLocks noChangeAspect="1"/>
          </p:cNvPicPr>
          <p:nvPr/>
        </p:nvPicPr>
        <p:blipFill>
          <a:blip r:embed="rId3"/>
          <a:stretch>
            <a:fillRect/>
          </a:stretch>
        </p:blipFill>
        <p:spPr>
          <a:xfrm>
            <a:off x="10350229" y="6261099"/>
            <a:ext cx="1838529" cy="590145"/>
          </a:xfrm>
          <a:prstGeom prst="rect">
            <a:avLst/>
          </a:prstGeom>
        </p:spPr>
      </p:pic>
      <p:pic>
        <p:nvPicPr>
          <p:cNvPr id="12" name="Picture 11" descr="A screenshot of a conversation style&#10;&#10;AI-generated content may be incorrect.">
            <a:extLst>
              <a:ext uri="{FF2B5EF4-FFF2-40B4-BE49-F238E27FC236}">
                <a16:creationId xmlns:a16="http://schemas.microsoft.com/office/drawing/2014/main" id="{14B6581D-B5E7-74CA-3909-AD8E1D7CDD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7619" y="141585"/>
            <a:ext cx="5496692" cy="5420481"/>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B5CC480B-C8B1-CFB0-AAF2-C870EDB021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9001" y="3145989"/>
            <a:ext cx="5487166" cy="3115110"/>
          </a:xfrm>
          <a:prstGeom prst="rect">
            <a:avLst/>
          </a:prstGeom>
        </p:spPr>
      </p:pic>
    </p:spTree>
    <p:extLst>
      <p:ext uri="{BB962C8B-B14F-4D97-AF65-F5344CB8AC3E}">
        <p14:creationId xmlns:p14="http://schemas.microsoft.com/office/powerpoint/2010/main" val="1284533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66CE4C-88E3-A4D5-D554-259DDD268C45}"/>
            </a:ext>
          </a:extLst>
        </p:cNvPr>
        <p:cNvGrpSpPr/>
        <p:nvPr/>
      </p:nvGrpSpPr>
      <p:grpSpPr>
        <a:xfrm>
          <a:off x="0" y="0"/>
          <a:ext cx="0" cy="0"/>
          <a:chOff x="0" y="0"/>
          <a:chExt cx="0" cy="0"/>
        </a:xfrm>
      </p:grpSpPr>
      <p:sp useBgFill="1">
        <p:nvSpPr>
          <p:cNvPr id="30"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32" name="Rectangle 31">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E8F160-42F4-2DEC-6B9E-611ED417F271}"/>
              </a:ext>
            </a:extLst>
          </p:cNvPr>
          <p:cNvSpPr>
            <a:spLocks noGrp="1"/>
          </p:cNvSpPr>
          <p:nvPr>
            <p:ph type="title"/>
          </p:nvPr>
        </p:nvSpPr>
        <p:spPr>
          <a:xfrm>
            <a:off x="761803" y="350196"/>
            <a:ext cx="4646904" cy="1624520"/>
          </a:xfrm>
        </p:spPr>
        <p:txBody>
          <a:bodyPr anchor="ctr">
            <a:normAutofit/>
          </a:bodyPr>
          <a:lstStyle/>
          <a:p>
            <a:r>
              <a:rPr lang="en-US" sz="4000" dirty="0"/>
              <a:t>Features</a:t>
            </a:r>
          </a:p>
        </p:txBody>
      </p:sp>
      <p:sp>
        <p:nvSpPr>
          <p:cNvPr id="3" name="Content Placeholder 2">
            <a:extLst>
              <a:ext uri="{FF2B5EF4-FFF2-40B4-BE49-F238E27FC236}">
                <a16:creationId xmlns:a16="http://schemas.microsoft.com/office/drawing/2014/main" id="{A83BC59A-62C5-252B-1B36-A8043E9E49B8}"/>
              </a:ext>
            </a:extLst>
          </p:cNvPr>
          <p:cNvSpPr>
            <a:spLocks noGrp="1"/>
          </p:cNvSpPr>
          <p:nvPr>
            <p:ph idx="1"/>
          </p:nvPr>
        </p:nvSpPr>
        <p:spPr>
          <a:xfrm>
            <a:off x="761801" y="2743200"/>
            <a:ext cx="5259619" cy="3613149"/>
          </a:xfrm>
        </p:spPr>
        <p:txBody>
          <a:bodyPr anchor="ctr">
            <a:normAutofit lnSpcReduction="10000"/>
          </a:bodyPr>
          <a:lstStyle/>
          <a:p>
            <a:pPr marL="0" indent="0">
              <a:buNone/>
            </a:pPr>
            <a:r>
              <a:rPr lang="en-US" sz="2000" b="1" dirty="0"/>
              <a:t>Menu Manager</a:t>
            </a:r>
            <a:r>
              <a:rPr lang="en-US" sz="2000" dirty="0"/>
              <a:t>: Manages and validate brand’s menu. Configured to adapt to multiple brand menu configuration. </a:t>
            </a:r>
          </a:p>
          <a:p>
            <a:r>
              <a:rPr lang="en-US" sz="2000" dirty="0"/>
              <a:t>Menu Config System: </a:t>
            </a:r>
          </a:p>
          <a:p>
            <a:pPr lvl="1"/>
            <a:r>
              <a:rPr lang="en-US" sz="1600" dirty="0"/>
              <a:t>Load menu configuration</a:t>
            </a:r>
          </a:p>
          <a:p>
            <a:pPr lvl="1"/>
            <a:r>
              <a:rPr lang="en-US" sz="1600" dirty="0"/>
              <a:t>Validates the file structure</a:t>
            </a:r>
          </a:p>
          <a:p>
            <a:pPr lvl="1"/>
            <a:r>
              <a:rPr lang="en-US" sz="1600" dirty="0"/>
              <a:t>Generates product code from order description</a:t>
            </a:r>
          </a:p>
          <a:p>
            <a:r>
              <a:rPr lang="en-US" sz="2000" dirty="0"/>
              <a:t>Order Processing and Validation System: </a:t>
            </a:r>
          </a:p>
          <a:p>
            <a:pPr lvl="1"/>
            <a:r>
              <a:rPr lang="en-US" sz="1600" dirty="0"/>
              <a:t>Connect menu config to current brand</a:t>
            </a:r>
          </a:p>
          <a:p>
            <a:pPr lvl="1"/>
            <a:r>
              <a:rPr lang="en-US" sz="1600" dirty="0"/>
              <a:t>Convert orders to internal format that maps to the product code.</a:t>
            </a:r>
          </a:p>
          <a:p>
            <a:pPr lvl="1"/>
            <a:r>
              <a:rPr lang="en-US" sz="1600" dirty="0"/>
              <a:t>Handles order validation</a:t>
            </a:r>
          </a:p>
          <a:p>
            <a:pPr marL="0" indent="0">
              <a:buNone/>
            </a:pPr>
            <a:endParaRPr lang="en-US" sz="2000" dirty="0"/>
          </a:p>
        </p:txBody>
      </p:sp>
      <p:pic>
        <p:nvPicPr>
          <p:cNvPr id="5" name="Picture 4">
            <a:extLst>
              <a:ext uri="{FF2B5EF4-FFF2-40B4-BE49-F238E27FC236}">
                <a16:creationId xmlns:a16="http://schemas.microsoft.com/office/drawing/2014/main" id="{5C5A17A1-D8A9-D7C6-8740-39C4CC78DE55}"/>
              </a:ext>
            </a:extLst>
          </p:cNvPr>
          <p:cNvPicPr>
            <a:picLocks noChangeAspect="1"/>
          </p:cNvPicPr>
          <p:nvPr/>
        </p:nvPicPr>
        <p:blipFill>
          <a:blip r:embed="rId3"/>
          <a:srcRect r="23437" b="-4"/>
          <a:stretch>
            <a:fillRect/>
          </a:stretch>
        </p:blipFill>
        <p:spPr>
          <a:xfrm>
            <a:off x="6414500" y="832207"/>
            <a:ext cx="5123380" cy="5757357"/>
          </a:xfrm>
          <a:prstGeom prst="rect">
            <a:avLst/>
          </a:prstGeom>
        </p:spPr>
      </p:pic>
      <p:pic>
        <p:nvPicPr>
          <p:cNvPr id="7" name="Picture 6">
            <a:extLst>
              <a:ext uri="{FF2B5EF4-FFF2-40B4-BE49-F238E27FC236}">
                <a16:creationId xmlns:a16="http://schemas.microsoft.com/office/drawing/2014/main" id="{0051C7BE-56A0-6B1C-F722-AEC4859AB587}"/>
              </a:ext>
            </a:extLst>
          </p:cNvPr>
          <p:cNvPicPr>
            <a:picLocks noChangeAspect="1"/>
          </p:cNvPicPr>
          <p:nvPr/>
        </p:nvPicPr>
        <p:blipFill>
          <a:blip r:embed="rId4"/>
          <a:stretch>
            <a:fillRect/>
          </a:stretch>
        </p:blipFill>
        <p:spPr>
          <a:xfrm>
            <a:off x="10350229" y="6261099"/>
            <a:ext cx="1838529" cy="590145"/>
          </a:xfrm>
          <a:prstGeom prst="rect">
            <a:avLst/>
          </a:prstGeom>
        </p:spPr>
      </p:pic>
    </p:spTree>
    <p:extLst>
      <p:ext uri="{BB962C8B-B14F-4D97-AF65-F5344CB8AC3E}">
        <p14:creationId xmlns:p14="http://schemas.microsoft.com/office/powerpoint/2010/main" val="3268895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7FD3A-F9B6-413E-7BD9-641AFA33BB3B}"/>
              </a:ext>
            </a:extLst>
          </p:cNvPr>
          <p:cNvSpPr>
            <a:spLocks noGrp="1"/>
          </p:cNvSpPr>
          <p:nvPr>
            <p:ph type="title"/>
          </p:nvPr>
        </p:nvSpPr>
        <p:spPr/>
        <p:txBody>
          <a:bodyPr/>
          <a:lstStyle/>
          <a:p>
            <a:r>
              <a:rPr lang="en-US"/>
              <a:t>Evaluation</a:t>
            </a:r>
            <a:endParaRPr lang="en-US" dirty="0"/>
          </a:p>
        </p:txBody>
      </p:sp>
      <p:graphicFrame>
        <p:nvGraphicFramePr>
          <p:cNvPr id="12" name="Content Placeholder 2">
            <a:extLst>
              <a:ext uri="{FF2B5EF4-FFF2-40B4-BE49-F238E27FC236}">
                <a16:creationId xmlns:a16="http://schemas.microsoft.com/office/drawing/2014/main" id="{85CAB225-8A3D-5D49-786F-1A7B0F2B8F27}"/>
              </a:ext>
            </a:extLst>
          </p:cNvPr>
          <p:cNvGraphicFramePr>
            <a:graphicFrameLocks noGrp="1"/>
          </p:cNvGraphicFramePr>
          <p:nvPr>
            <p:ph idx="1"/>
            <p:extLst>
              <p:ext uri="{D42A27DB-BD31-4B8C-83A1-F6EECF244321}">
                <p14:modId xmlns:p14="http://schemas.microsoft.com/office/powerpoint/2010/main" val="381025614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a:extLst>
              <a:ext uri="{FF2B5EF4-FFF2-40B4-BE49-F238E27FC236}">
                <a16:creationId xmlns:a16="http://schemas.microsoft.com/office/drawing/2014/main" id="{F50EC76A-01F5-F817-E743-D53C288E5121}"/>
              </a:ext>
            </a:extLst>
          </p:cNvPr>
          <p:cNvPicPr>
            <a:picLocks noChangeAspect="1"/>
          </p:cNvPicPr>
          <p:nvPr/>
        </p:nvPicPr>
        <p:blipFill>
          <a:blip r:embed="rId7"/>
          <a:stretch>
            <a:fillRect/>
          </a:stretch>
        </p:blipFill>
        <p:spPr>
          <a:xfrm>
            <a:off x="10350229" y="6261099"/>
            <a:ext cx="1838529" cy="590145"/>
          </a:xfrm>
          <a:prstGeom prst="rect">
            <a:avLst/>
          </a:prstGeom>
        </p:spPr>
      </p:pic>
    </p:spTree>
    <p:extLst>
      <p:ext uri="{BB962C8B-B14F-4D97-AF65-F5344CB8AC3E}">
        <p14:creationId xmlns:p14="http://schemas.microsoft.com/office/powerpoint/2010/main" val="2028339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3F181-72C8-9466-56BD-A273C26EDDAF}"/>
              </a:ext>
            </a:extLst>
          </p:cNvPr>
          <p:cNvSpPr>
            <a:spLocks noGrp="1"/>
          </p:cNvSpPr>
          <p:nvPr>
            <p:ph type="title"/>
          </p:nvPr>
        </p:nvSpPr>
        <p:spPr>
          <a:xfrm>
            <a:off x="685800" y="-72232"/>
            <a:ext cx="10515600" cy="1325563"/>
          </a:xfrm>
        </p:spPr>
        <p:txBody>
          <a:bodyPr/>
          <a:lstStyle/>
          <a:p>
            <a:r>
              <a:rPr lang="en-US" dirty="0"/>
              <a:t>Results</a:t>
            </a:r>
          </a:p>
        </p:txBody>
      </p:sp>
      <p:sp>
        <p:nvSpPr>
          <p:cNvPr id="3" name="Content Placeholder 2">
            <a:extLst>
              <a:ext uri="{FF2B5EF4-FFF2-40B4-BE49-F238E27FC236}">
                <a16:creationId xmlns:a16="http://schemas.microsoft.com/office/drawing/2014/main" id="{30EDF7AC-E26C-8D07-843E-69DF52A370F9}"/>
              </a:ext>
            </a:extLst>
          </p:cNvPr>
          <p:cNvSpPr>
            <a:spLocks noGrp="1"/>
          </p:cNvSpPr>
          <p:nvPr>
            <p:ph idx="1"/>
          </p:nvPr>
        </p:nvSpPr>
        <p:spPr>
          <a:xfrm>
            <a:off x="685800" y="1045029"/>
            <a:ext cx="4855029" cy="1242276"/>
          </a:xfrm>
        </p:spPr>
        <p:txBody>
          <a:bodyPr>
            <a:normAutofit/>
          </a:bodyPr>
          <a:lstStyle/>
          <a:p>
            <a:pPr marL="0" indent="0">
              <a:buNone/>
            </a:pPr>
            <a:r>
              <a:rPr lang="en-US" sz="3000" b="1" dirty="0"/>
              <a:t>Intent Classification</a:t>
            </a:r>
          </a:p>
          <a:p>
            <a:r>
              <a:rPr lang="en-US" sz="2000" dirty="0"/>
              <a:t>Test cases covers edge and ambiguous  request</a:t>
            </a:r>
          </a:p>
          <a:p>
            <a:pPr marL="457200" lvl="1" indent="0">
              <a:buNone/>
            </a:pPr>
            <a:endParaRPr lang="en-US" sz="1400" b="1" dirty="0">
              <a:solidFill>
                <a:srgbClr val="C00000"/>
              </a:solidFill>
              <a:latin typeface="Bradley Hand ITC" panose="03070402050302030203" pitchFamily="66" charset="0"/>
            </a:endParaRPr>
          </a:p>
          <a:p>
            <a:pPr marL="457200" lvl="1" indent="0">
              <a:buNone/>
            </a:pPr>
            <a:endParaRPr lang="en-US" sz="1400" b="1" dirty="0">
              <a:solidFill>
                <a:srgbClr val="C00000"/>
              </a:solidFill>
              <a:latin typeface="Bradley Hand ITC" panose="03070402050302030203" pitchFamily="66" charset="0"/>
            </a:endParaRPr>
          </a:p>
          <a:p>
            <a:pPr marL="0" indent="0">
              <a:buNone/>
            </a:pPr>
            <a:endParaRPr lang="en-US" dirty="0"/>
          </a:p>
        </p:txBody>
      </p:sp>
      <p:sp>
        <p:nvSpPr>
          <p:cNvPr id="7" name="TextBox 6">
            <a:extLst>
              <a:ext uri="{FF2B5EF4-FFF2-40B4-BE49-F238E27FC236}">
                <a16:creationId xmlns:a16="http://schemas.microsoft.com/office/drawing/2014/main" id="{844D6ADA-9F29-0805-E886-F74984C3AC1A}"/>
              </a:ext>
            </a:extLst>
          </p:cNvPr>
          <p:cNvSpPr txBox="1"/>
          <p:nvPr/>
        </p:nvSpPr>
        <p:spPr>
          <a:xfrm>
            <a:off x="2068286" y="4044950"/>
            <a:ext cx="8686799" cy="2062103"/>
          </a:xfrm>
          <a:prstGeom prst="rect">
            <a:avLst/>
          </a:prstGeom>
          <a:noFill/>
        </p:spPr>
        <p:txBody>
          <a:bodyPr wrap="square">
            <a:spAutoFit/>
          </a:bodyPr>
          <a:lstStyle/>
          <a:p>
            <a:r>
              <a:rPr lang="en-US" sz="1600" dirty="0"/>
              <a:t>Misclassified Cases:</a:t>
            </a:r>
          </a:p>
          <a:p>
            <a:endParaRPr lang="en-US" sz="1600" dirty="0"/>
          </a:p>
          <a:p>
            <a:r>
              <a:rPr lang="en-US" sz="1600" dirty="0"/>
              <a:t>Message: </a:t>
            </a:r>
            <a:r>
              <a:rPr lang="en-US" sz="1600" i="1" dirty="0">
                <a:latin typeface="Bookman Old Style" panose="02050604050505020204" pitchFamily="18" charset="0"/>
              </a:rPr>
              <a:t>Can I split my order into two separate orders? I want to pay for part of it now.</a:t>
            </a:r>
          </a:p>
          <a:p>
            <a:r>
              <a:rPr lang="en-US" sz="1600" dirty="0"/>
              <a:t>Expected: conversation, Predicted: order</a:t>
            </a:r>
          </a:p>
          <a:p>
            <a:endParaRPr lang="en-US" sz="1600" dirty="0"/>
          </a:p>
          <a:p>
            <a:r>
              <a:rPr lang="en-US" sz="1600" dirty="0"/>
              <a:t>Message: </a:t>
            </a:r>
            <a:r>
              <a:rPr lang="en-US" sz="1600" i="1" dirty="0">
                <a:latin typeface="Bookman Old Style" panose="02050604050505020204" pitchFamily="18" charset="0"/>
              </a:rPr>
              <a:t>I'm ordering for my family. Can I add items for different people and keep track of who gets what?</a:t>
            </a:r>
          </a:p>
          <a:p>
            <a:r>
              <a:rPr lang="en-US" sz="1600" dirty="0"/>
              <a:t>Expected: conversation, Predicted: order</a:t>
            </a:r>
          </a:p>
        </p:txBody>
      </p:sp>
      <p:pic>
        <p:nvPicPr>
          <p:cNvPr id="4" name="Picture 3">
            <a:extLst>
              <a:ext uri="{FF2B5EF4-FFF2-40B4-BE49-F238E27FC236}">
                <a16:creationId xmlns:a16="http://schemas.microsoft.com/office/drawing/2014/main" id="{820C446F-8242-2C0C-9599-9B47DFFD3B45}"/>
              </a:ext>
            </a:extLst>
          </p:cNvPr>
          <p:cNvPicPr>
            <a:picLocks noChangeAspect="1"/>
          </p:cNvPicPr>
          <p:nvPr/>
        </p:nvPicPr>
        <p:blipFill>
          <a:blip r:embed="rId2"/>
          <a:stretch>
            <a:fillRect/>
          </a:stretch>
        </p:blipFill>
        <p:spPr>
          <a:xfrm>
            <a:off x="10350229" y="6261099"/>
            <a:ext cx="1838529" cy="590145"/>
          </a:xfrm>
          <a:prstGeom prst="rect">
            <a:avLst/>
          </a:prstGeom>
        </p:spPr>
      </p:pic>
      <p:pic>
        <p:nvPicPr>
          <p:cNvPr id="5" name="Picture 4">
            <a:extLst>
              <a:ext uri="{FF2B5EF4-FFF2-40B4-BE49-F238E27FC236}">
                <a16:creationId xmlns:a16="http://schemas.microsoft.com/office/drawing/2014/main" id="{D1DCA980-6D16-5AEF-035B-9B74C82E3FCA}"/>
              </a:ext>
            </a:extLst>
          </p:cNvPr>
          <p:cNvPicPr>
            <a:picLocks noChangeAspect="1"/>
          </p:cNvPicPr>
          <p:nvPr/>
        </p:nvPicPr>
        <p:blipFill>
          <a:blip r:embed="rId3"/>
          <a:stretch>
            <a:fillRect/>
          </a:stretch>
        </p:blipFill>
        <p:spPr>
          <a:xfrm>
            <a:off x="4509859" y="2287305"/>
            <a:ext cx="4251889" cy="1590022"/>
          </a:xfrm>
          <a:prstGeom prst="rect">
            <a:avLst/>
          </a:prstGeom>
        </p:spPr>
      </p:pic>
    </p:spTree>
    <p:extLst>
      <p:ext uri="{BB962C8B-B14F-4D97-AF65-F5344CB8AC3E}">
        <p14:creationId xmlns:p14="http://schemas.microsoft.com/office/powerpoint/2010/main" val="25203577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E7EFBF-3A8B-29A1-7872-2184FD360367}"/>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100" kern="1200">
                <a:solidFill>
                  <a:schemeClr val="tx1"/>
                </a:solidFill>
                <a:latin typeface="+mj-lt"/>
                <a:ea typeface="+mj-ea"/>
                <a:cs typeface="+mj-cs"/>
              </a:rPr>
              <a:t>Results</a:t>
            </a:r>
            <a:br>
              <a:rPr lang="en-US" sz="4100" kern="1200">
                <a:solidFill>
                  <a:schemeClr val="tx1"/>
                </a:solidFill>
                <a:latin typeface="+mj-lt"/>
                <a:ea typeface="+mj-ea"/>
                <a:cs typeface="+mj-cs"/>
              </a:rPr>
            </a:br>
            <a:r>
              <a:rPr lang="en-US" sz="4100" b="1" kern="1200">
                <a:solidFill>
                  <a:schemeClr val="tx1"/>
                </a:solidFill>
                <a:latin typeface="+mj-lt"/>
                <a:ea typeface="+mj-ea"/>
                <a:cs typeface="+mj-cs"/>
              </a:rPr>
              <a:t>Conversation Flow</a:t>
            </a:r>
          </a:p>
        </p:txBody>
      </p:sp>
      <p:sp>
        <p:nvSpPr>
          <p:cNvPr id="13" name="Rectangle 1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C8E87AE0-10D3-F892-411B-CEF906622763}"/>
              </a:ext>
            </a:extLst>
          </p:cNvPr>
          <p:cNvPicPr>
            <a:picLocks noGrp="1" noChangeAspect="1"/>
          </p:cNvPicPr>
          <p:nvPr>
            <p:ph idx="1"/>
          </p:nvPr>
        </p:nvPicPr>
        <p:blipFill>
          <a:blip r:embed="rId2"/>
          <a:stretch>
            <a:fillRect/>
          </a:stretch>
        </p:blipFill>
        <p:spPr>
          <a:xfrm>
            <a:off x="5911532" y="3281302"/>
            <a:ext cx="5150277" cy="2120150"/>
          </a:xfrm>
          <a:prstGeom prst="rect">
            <a:avLst/>
          </a:prstGeom>
        </p:spPr>
      </p:pic>
      <p:sp>
        <p:nvSpPr>
          <p:cNvPr id="17" name="Rectangle 1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DA270EB-FC74-DD7C-4CB4-D5497D3F8654}"/>
              </a:ext>
            </a:extLst>
          </p:cNvPr>
          <p:cNvSpPr txBox="1"/>
          <p:nvPr/>
        </p:nvSpPr>
        <p:spPr>
          <a:xfrm>
            <a:off x="425132" y="2321996"/>
            <a:ext cx="5486400" cy="4216539"/>
          </a:xfrm>
          <a:prstGeom prst="rect">
            <a:avLst/>
          </a:prstGeom>
          <a:noFill/>
        </p:spPr>
        <p:txBody>
          <a:bodyPr wrap="square" rtlCol="0">
            <a:spAutoFit/>
          </a:bodyPr>
          <a:lstStyle/>
          <a:p>
            <a:r>
              <a:rPr lang="en-US" dirty="0"/>
              <a:t>Evaluated how aligned assistant response is to the brand personality.</a:t>
            </a:r>
          </a:p>
          <a:p>
            <a:endParaRPr lang="en-US" dirty="0"/>
          </a:p>
          <a:p>
            <a:pPr algn="just"/>
            <a:r>
              <a:rPr lang="en-US" sz="1400" dirty="0">
                <a:solidFill>
                  <a:srgbClr val="C00000"/>
                </a:solidFill>
              </a:rPr>
              <a:t>"scenarios": [</a:t>
            </a:r>
          </a:p>
          <a:p>
            <a:pPr algn="just"/>
            <a:r>
              <a:rPr lang="en-US" sz="1400" dirty="0">
                <a:solidFill>
                  <a:srgbClr val="C00000"/>
                </a:solidFill>
              </a:rPr>
              <a:t>    "Hello, I want to order dinner for my family",</a:t>
            </a:r>
          </a:p>
          <a:p>
            <a:pPr algn="just"/>
            <a:r>
              <a:rPr lang="en-US" sz="1400" dirty="0">
                <a:solidFill>
                  <a:srgbClr val="C00000"/>
                </a:solidFill>
              </a:rPr>
              <a:t>    "What do you recommend on your menu",</a:t>
            </a:r>
          </a:p>
          <a:p>
            <a:pPr algn="just"/>
            <a:r>
              <a:rPr lang="en-US" sz="1400" dirty="0">
                <a:solidFill>
                  <a:srgbClr val="C00000"/>
                </a:solidFill>
              </a:rPr>
              <a:t>    "Can you put together a meal for 4 people?",</a:t>
            </a:r>
          </a:p>
          <a:p>
            <a:pPr algn="just"/>
            <a:r>
              <a:rPr lang="en-US" sz="1400" dirty="0">
                <a:solidFill>
                  <a:srgbClr val="C00000"/>
                </a:solidFill>
              </a:rPr>
              <a:t>    "Include medium size drinks for everyone",</a:t>
            </a:r>
          </a:p>
          <a:p>
            <a:pPr algn="just"/>
            <a:r>
              <a:rPr lang="en-US" sz="1400" dirty="0">
                <a:solidFill>
                  <a:srgbClr val="C00000"/>
                </a:solidFill>
              </a:rPr>
              <a:t>    "let me have a cheeseburger. Increase the order by 2 people and   </a:t>
            </a:r>
          </a:p>
          <a:p>
            <a:pPr algn="just"/>
            <a:r>
              <a:rPr lang="en-US" sz="1400" dirty="0">
                <a:solidFill>
                  <a:srgbClr val="C00000"/>
                </a:solidFill>
              </a:rPr>
              <a:t>      give me a summary of the total order",</a:t>
            </a:r>
          </a:p>
          <a:p>
            <a:pPr algn="just"/>
            <a:r>
              <a:rPr lang="en-US" sz="1400" dirty="0">
                <a:solidFill>
                  <a:srgbClr val="C00000"/>
                </a:solidFill>
              </a:rPr>
              <a:t>    "Can I get a pretzel hamburger with unsalted fries and a medium    </a:t>
            </a:r>
          </a:p>
          <a:p>
            <a:pPr algn="just"/>
            <a:r>
              <a:rPr lang="en-US" sz="1400" dirty="0">
                <a:solidFill>
                  <a:srgbClr val="C00000"/>
                </a:solidFill>
              </a:rPr>
              <a:t>      drink? Make the drink a Coke",</a:t>
            </a:r>
          </a:p>
          <a:p>
            <a:pPr algn="just"/>
            <a:r>
              <a:rPr lang="en-US" sz="1400" dirty="0">
                <a:solidFill>
                  <a:srgbClr val="C00000"/>
                </a:solidFill>
              </a:rPr>
              <a:t>    "I ordered a cheeseburger with unsalted fries and a medium coke </a:t>
            </a:r>
          </a:p>
          <a:p>
            <a:pPr algn="just"/>
            <a:r>
              <a:rPr lang="en-US" sz="1400" dirty="0">
                <a:solidFill>
                  <a:srgbClr val="C00000"/>
                </a:solidFill>
              </a:rPr>
              <a:t>      last time, can I get the same? But make it a large coke this time",</a:t>
            </a:r>
          </a:p>
          <a:p>
            <a:pPr algn="just"/>
            <a:r>
              <a:rPr lang="en-US" sz="1400" dirty="0">
                <a:solidFill>
                  <a:srgbClr val="C00000"/>
                </a:solidFill>
              </a:rPr>
              <a:t>    "I want a pizza with pineapple and olives as toppings, I am a </a:t>
            </a:r>
          </a:p>
          <a:p>
            <a:pPr algn="just"/>
            <a:r>
              <a:rPr lang="en-US" sz="1400" dirty="0">
                <a:solidFill>
                  <a:srgbClr val="C00000"/>
                </a:solidFill>
              </a:rPr>
              <a:t>      vegetarian"</a:t>
            </a:r>
          </a:p>
          <a:p>
            <a:pPr algn="just"/>
            <a:r>
              <a:rPr lang="en-US" sz="1400" dirty="0">
                <a:solidFill>
                  <a:srgbClr val="C00000"/>
                </a:solidFill>
              </a:rPr>
              <a:t>  ]</a:t>
            </a:r>
          </a:p>
          <a:p>
            <a:endParaRPr lang="en-US" dirty="0"/>
          </a:p>
        </p:txBody>
      </p:sp>
      <p:pic>
        <p:nvPicPr>
          <p:cNvPr id="3" name="Picture 2">
            <a:extLst>
              <a:ext uri="{FF2B5EF4-FFF2-40B4-BE49-F238E27FC236}">
                <a16:creationId xmlns:a16="http://schemas.microsoft.com/office/drawing/2014/main" id="{7491CC33-869A-FA53-E6CE-8CEA2B02A6C8}"/>
              </a:ext>
            </a:extLst>
          </p:cNvPr>
          <p:cNvPicPr>
            <a:picLocks noChangeAspect="1"/>
          </p:cNvPicPr>
          <p:nvPr/>
        </p:nvPicPr>
        <p:blipFill>
          <a:blip r:embed="rId3"/>
          <a:stretch>
            <a:fillRect/>
          </a:stretch>
        </p:blipFill>
        <p:spPr>
          <a:xfrm>
            <a:off x="10350229" y="6261099"/>
            <a:ext cx="1838529" cy="590145"/>
          </a:xfrm>
          <a:prstGeom prst="rect">
            <a:avLst/>
          </a:prstGeom>
        </p:spPr>
      </p:pic>
    </p:spTree>
    <p:extLst>
      <p:ext uri="{BB962C8B-B14F-4D97-AF65-F5344CB8AC3E}">
        <p14:creationId xmlns:p14="http://schemas.microsoft.com/office/powerpoint/2010/main" val="1426495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4" name="Rectangle 23">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Rectangle 27">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2E600F-7046-BD6E-23EC-BC5BB7E31159}"/>
              </a:ext>
            </a:extLst>
          </p:cNvPr>
          <p:cNvSpPr>
            <a:spLocks noGrp="1"/>
          </p:cNvSpPr>
          <p:nvPr>
            <p:ph type="title"/>
          </p:nvPr>
        </p:nvSpPr>
        <p:spPr>
          <a:xfrm>
            <a:off x="1043631" y="809898"/>
            <a:ext cx="9942716" cy="1554480"/>
          </a:xfrm>
        </p:spPr>
        <p:txBody>
          <a:bodyPr anchor="ctr">
            <a:normAutofit/>
          </a:bodyPr>
          <a:lstStyle/>
          <a:p>
            <a:r>
              <a:rPr lang="en-US" sz="4800"/>
              <a:t>Results</a:t>
            </a:r>
            <a:br>
              <a:rPr lang="en-US" sz="4800"/>
            </a:br>
            <a:r>
              <a:rPr lang="en-US" sz="4800" b="1"/>
              <a:t>Order Flow</a:t>
            </a:r>
          </a:p>
        </p:txBody>
      </p:sp>
      <p:sp>
        <p:nvSpPr>
          <p:cNvPr id="3" name="Content Placeholder 2">
            <a:extLst>
              <a:ext uri="{FF2B5EF4-FFF2-40B4-BE49-F238E27FC236}">
                <a16:creationId xmlns:a16="http://schemas.microsoft.com/office/drawing/2014/main" id="{DFC8A064-6ED4-B6A5-B749-BEB4FD4A953C}"/>
              </a:ext>
            </a:extLst>
          </p:cNvPr>
          <p:cNvSpPr>
            <a:spLocks noGrp="1"/>
          </p:cNvSpPr>
          <p:nvPr>
            <p:ph idx="1"/>
          </p:nvPr>
        </p:nvSpPr>
        <p:spPr>
          <a:xfrm>
            <a:off x="1045028" y="3017522"/>
            <a:ext cx="9941319" cy="3124658"/>
          </a:xfrm>
        </p:spPr>
        <p:txBody>
          <a:bodyPr anchor="ctr">
            <a:normAutofit/>
          </a:bodyPr>
          <a:lstStyle/>
          <a:p>
            <a:pPr marL="0" indent="0">
              <a:buNone/>
            </a:pPr>
            <a:r>
              <a:rPr lang="en-US" sz="2400"/>
              <a:t>For 19 test cases that covers diverse order scenarios (multiple order, order modification, invalid order)</a:t>
            </a:r>
          </a:p>
          <a:p>
            <a:pPr lvl="1"/>
            <a:r>
              <a:rPr lang="en-US"/>
              <a:t>PASSED (Perfect Match): 18 tests (94.7%)</a:t>
            </a:r>
          </a:p>
          <a:p>
            <a:pPr lvl="1"/>
            <a:r>
              <a:rPr lang="en-US"/>
              <a:t>PARTIALLY PASSED (Some Items Correct): 1 tests (5.3%)</a:t>
            </a:r>
          </a:p>
          <a:p>
            <a:pPr lvl="1"/>
            <a:r>
              <a:rPr lang="en-US"/>
              <a:t>FAILED (No Correct Items): 0 tests (0.0%)</a:t>
            </a:r>
          </a:p>
        </p:txBody>
      </p:sp>
      <p:cxnSp>
        <p:nvCxnSpPr>
          <p:cNvPr id="30" name="Straight Connector 2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B137ECA7-0158-6B4D-09A7-6E341B4BDFB4}"/>
              </a:ext>
            </a:extLst>
          </p:cNvPr>
          <p:cNvPicPr>
            <a:picLocks noChangeAspect="1"/>
          </p:cNvPicPr>
          <p:nvPr/>
        </p:nvPicPr>
        <p:blipFill>
          <a:blip r:embed="rId2"/>
          <a:stretch>
            <a:fillRect/>
          </a:stretch>
        </p:blipFill>
        <p:spPr>
          <a:xfrm>
            <a:off x="10350229" y="6261099"/>
            <a:ext cx="1838529" cy="590145"/>
          </a:xfrm>
          <a:prstGeom prst="rect">
            <a:avLst/>
          </a:prstGeom>
        </p:spPr>
      </p:pic>
    </p:spTree>
    <p:extLst>
      <p:ext uri="{BB962C8B-B14F-4D97-AF65-F5344CB8AC3E}">
        <p14:creationId xmlns:p14="http://schemas.microsoft.com/office/powerpoint/2010/main" val="4140335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1E7C31-D9D9-7EFE-3C41-8E16BC02F73F}"/>
              </a:ext>
            </a:extLst>
          </p:cNvPr>
          <p:cNvSpPr>
            <a:spLocks noGrp="1"/>
          </p:cNvSpPr>
          <p:nvPr>
            <p:ph type="title"/>
          </p:nvPr>
        </p:nvSpPr>
        <p:spPr>
          <a:xfrm>
            <a:off x="793662" y="386930"/>
            <a:ext cx="10066122" cy="1298448"/>
          </a:xfrm>
        </p:spPr>
        <p:txBody>
          <a:bodyPr anchor="b">
            <a:normAutofit/>
          </a:bodyPr>
          <a:lstStyle/>
          <a:p>
            <a:r>
              <a:rPr lang="en-US" sz="4100" dirty="0"/>
              <a:t>Results</a:t>
            </a:r>
            <a:br>
              <a:rPr lang="en-US" sz="4100" dirty="0"/>
            </a:br>
            <a:r>
              <a:rPr lang="en-US" sz="4100" b="1" dirty="0"/>
              <a:t>End-to-End</a:t>
            </a:r>
          </a:p>
        </p:txBody>
      </p:sp>
      <p:sp>
        <p:nvSpPr>
          <p:cNvPr id="22" name="Rectangle 2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FDF07D9-EE98-3D94-8B8A-BB4B18EA9C58}"/>
              </a:ext>
            </a:extLst>
          </p:cNvPr>
          <p:cNvSpPr>
            <a:spLocks noGrp="1"/>
          </p:cNvSpPr>
          <p:nvPr>
            <p:ph idx="1"/>
          </p:nvPr>
        </p:nvSpPr>
        <p:spPr>
          <a:xfrm>
            <a:off x="737407" y="2747033"/>
            <a:ext cx="4530898" cy="2920949"/>
          </a:xfrm>
        </p:spPr>
        <p:txBody>
          <a:bodyPr anchor="ctr">
            <a:normAutofit/>
          </a:bodyPr>
          <a:lstStyle/>
          <a:p>
            <a:pPr marL="0" indent="0">
              <a:buNone/>
            </a:pPr>
            <a:r>
              <a:rPr lang="en-US" sz="2000" dirty="0"/>
              <a:t>End-to-end evaluation of the assistant response adherence to the Menu and Brand configuration.</a:t>
            </a:r>
          </a:p>
          <a:p>
            <a:pPr marL="0" indent="0">
              <a:buNone/>
            </a:pPr>
            <a:endParaRPr lang="en-US" sz="100" dirty="0"/>
          </a:p>
          <a:p>
            <a:pPr marL="0" indent="0">
              <a:buNone/>
            </a:pPr>
            <a:r>
              <a:rPr lang="en-US" sz="2000" dirty="0"/>
              <a:t>Threshold: 3.0</a:t>
            </a:r>
          </a:p>
          <a:p>
            <a:pPr marL="0" indent="0">
              <a:buNone/>
            </a:pPr>
            <a:r>
              <a:rPr lang="en-US" sz="2000" dirty="0"/>
              <a:t>Test Scenarios: 5</a:t>
            </a:r>
          </a:p>
          <a:p>
            <a:pPr marL="0" indent="0">
              <a:buNone/>
            </a:pPr>
            <a:endParaRPr lang="en-US" sz="100" dirty="0"/>
          </a:p>
          <a:p>
            <a:pPr marL="0" indent="0" algn="just">
              <a:buNone/>
            </a:pPr>
            <a:r>
              <a:rPr lang="en-US" sz="1800" i="1" dirty="0">
                <a:latin typeface="Bookman Old Style" panose="02050604050505020204" pitchFamily="18" charset="0"/>
              </a:rPr>
              <a:t>The responses were generated using </a:t>
            </a:r>
            <a:r>
              <a:rPr lang="en-US" sz="1800" b="1" i="1" dirty="0">
                <a:latin typeface="Bookman Old Style" panose="02050604050505020204" pitchFamily="18" charset="0"/>
              </a:rPr>
              <a:t>gpt-4o</a:t>
            </a:r>
            <a:r>
              <a:rPr lang="en-US" sz="1800" i="1" dirty="0">
                <a:latin typeface="Bookman Old Style" panose="02050604050505020204" pitchFamily="18" charset="0"/>
              </a:rPr>
              <a:t> and the models in the table were used as evaluator</a:t>
            </a:r>
          </a:p>
          <a:p>
            <a:pPr marL="0" indent="0">
              <a:buNone/>
            </a:pPr>
            <a:endParaRPr lang="en-US" sz="2000" dirty="0"/>
          </a:p>
          <a:p>
            <a:pPr marL="0" indent="0">
              <a:buNone/>
            </a:pPr>
            <a:endParaRPr lang="en-US" sz="2000" dirty="0"/>
          </a:p>
        </p:txBody>
      </p:sp>
      <p:sp>
        <p:nvSpPr>
          <p:cNvPr id="26" name="Rectangle 2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201491C-C6F2-DDF7-53F0-F2AF22707B5A}"/>
              </a:ext>
            </a:extLst>
          </p:cNvPr>
          <p:cNvPicPr>
            <a:picLocks noChangeAspect="1"/>
          </p:cNvPicPr>
          <p:nvPr/>
        </p:nvPicPr>
        <p:blipFill>
          <a:blip r:embed="rId2"/>
          <a:stretch>
            <a:fillRect/>
          </a:stretch>
        </p:blipFill>
        <p:spPr>
          <a:xfrm>
            <a:off x="10350229" y="6261099"/>
            <a:ext cx="1838529" cy="590145"/>
          </a:xfrm>
          <a:prstGeom prst="rect">
            <a:avLst/>
          </a:prstGeom>
        </p:spPr>
      </p:pic>
      <p:sp>
        <p:nvSpPr>
          <p:cNvPr id="7" name="TextBox 6">
            <a:extLst>
              <a:ext uri="{FF2B5EF4-FFF2-40B4-BE49-F238E27FC236}">
                <a16:creationId xmlns:a16="http://schemas.microsoft.com/office/drawing/2014/main" id="{08C54586-CCBF-8784-C193-60056BEA0373}"/>
              </a:ext>
            </a:extLst>
          </p:cNvPr>
          <p:cNvSpPr txBox="1"/>
          <p:nvPr/>
        </p:nvSpPr>
        <p:spPr>
          <a:xfrm>
            <a:off x="6081543" y="4153711"/>
            <a:ext cx="4939895" cy="738664"/>
          </a:xfrm>
          <a:prstGeom prst="rect">
            <a:avLst/>
          </a:prstGeom>
          <a:noFill/>
        </p:spPr>
        <p:txBody>
          <a:bodyPr wrap="square" rtlCol="0">
            <a:spAutoFit/>
          </a:bodyPr>
          <a:lstStyle/>
          <a:p>
            <a:pPr marL="285750" indent="-285750" algn="just">
              <a:buFont typeface="Arial" panose="020B0604020202020204" pitchFamily="34" charset="0"/>
              <a:buChar char="•"/>
            </a:pPr>
            <a:r>
              <a:rPr lang="en-US" sz="1400" dirty="0"/>
              <a:t>Evaluation score from o3-mini has consistent high score with low variability.</a:t>
            </a:r>
          </a:p>
          <a:p>
            <a:pPr marL="285750" indent="-285750" algn="just">
              <a:buFont typeface="Arial" panose="020B0604020202020204" pitchFamily="34" charset="0"/>
              <a:buChar char="•"/>
            </a:pPr>
            <a:endParaRPr lang="en-US" sz="1400" dirty="0"/>
          </a:p>
        </p:txBody>
      </p:sp>
      <p:pic>
        <p:nvPicPr>
          <p:cNvPr id="9" name="Picture 8">
            <a:extLst>
              <a:ext uri="{FF2B5EF4-FFF2-40B4-BE49-F238E27FC236}">
                <a16:creationId xmlns:a16="http://schemas.microsoft.com/office/drawing/2014/main" id="{2C5B6548-CDE9-6C96-6007-C3C0E35D875D}"/>
              </a:ext>
            </a:extLst>
          </p:cNvPr>
          <p:cNvPicPr>
            <a:picLocks noChangeAspect="1"/>
          </p:cNvPicPr>
          <p:nvPr/>
        </p:nvPicPr>
        <p:blipFill>
          <a:blip r:embed="rId3"/>
          <a:stretch>
            <a:fillRect/>
          </a:stretch>
        </p:blipFill>
        <p:spPr>
          <a:xfrm>
            <a:off x="5957515" y="2485673"/>
            <a:ext cx="5187950" cy="1187450"/>
          </a:xfrm>
          <a:prstGeom prst="rect">
            <a:avLst/>
          </a:prstGeom>
        </p:spPr>
      </p:pic>
    </p:spTree>
    <p:extLst>
      <p:ext uri="{BB962C8B-B14F-4D97-AF65-F5344CB8AC3E}">
        <p14:creationId xmlns:p14="http://schemas.microsoft.com/office/powerpoint/2010/main" val="27517367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F9C3CB-9909-375A-09E0-4A51EB208358}"/>
              </a:ext>
            </a:extLst>
          </p:cNvPr>
          <p:cNvSpPr>
            <a:spLocks noGrp="1"/>
          </p:cNvSpPr>
          <p:nvPr>
            <p:ph type="title"/>
          </p:nvPr>
        </p:nvSpPr>
        <p:spPr>
          <a:xfrm>
            <a:off x="630935" y="640080"/>
            <a:ext cx="6032511" cy="1481328"/>
          </a:xfrm>
        </p:spPr>
        <p:txBody>
          <a:bodyPr anchor="b">
            <a:normAutofit/>
          </a:bodyPr>
          <a:lstStyle/>
          <a:p>
            <a:r>
              <a:rPr lang="en-US" sz="5000" dirty="0"/>
              <a:t>Future Enhancement</a:t>
            </a:r>
          </a:p>
        </p:txBody>
      </p:sp>
      <p:sp>
        <p:nvSpPr>
          <p:cNvPr id="21"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404C52C-035E-C631-147E-22061522AD71}"/>
              </a:ext>
            </a:extLst>
          </p:cNvPr>
          <p:cNvSpPr>
            <a:spLocks noGrp="1"/>
          </p:cNvSpPr>
          <p:nvPr>
            <p:ph idx="1"/>
          </p:nvPr>
        </p:nvSpPr>
        <p:spPr>
          <a:xfrm>
            <a:off x="630936" y="2660904"/>
            <a:ext cx="4818888" cy="3547872"/>
          </a:xfrm>
        </p:spPr>
        <p:txBody>
          <a:bodyPr anchor="t">
            <a:normAutofit/>
          </a:bodyPr>
          <a:lstStyle/>
          <a:p>
            <a:r>
              <a:rPr lang="en-US" sz="2200" dirty="0"/>
              <a:t>MCP Integration</a:t>
            </a:r>
          </a:p>
          <a:p>
            <a:r>
              <a:rPr lang="en-US" sz="2200" dirty="0"/>
              <a:t>User Preference Caching</a:t>
            </a:r>
          </a:p>
          <a:p>
            <a:r>
              <a:rPr lang="en-US" sz="2200" dirty="0"/>
              <a:t>Optimization: Connection pooling</a:t>
            </a:r>
          </a:p>
          <a:p>
            <a:r>
              <a:rPr lang="en-US" sz="2200" dirty="0"/>
              <a:t>More Evaluation</a:t>
            </a:r>
          </a:p>
          <a:p>
            <a:endParaRPr lang="en-US" sz="2200" dirty="0"/>
          </a:p>
          <a:p>
            <a:endParaRPr lang="en-US" sz="2200" dirty="0"/>
          </a:p>
          <a:p>
            <a:endParaRPr lang="en-US" sz="2200" dirty="0"/>
          </a:p>
        </p:txBody>
      </p:sp>
      <p:pic>
        <p:nvPicPr>
          <p:cNvPr id="5" name="Picture 4">
            <a:extLst>
              <a:ext uri="{FF2B5EF4-FFF2-40B4-BE49-F238E27FC236}">
                <a16:creationId xmlns:a16="http://schemas.microsoft.com/office/drawing/2014/main" id="{46CBF6C6-5362-C663-C077-6006DE819764}"/>
              </a:ext>
            </a:extLst>
          </p:cNvPr>
          <p:cNvPicPr>
            <a:picLocks noChangeAspect="1"/>
          </p:cNvPicPr>
          <p:nvPr/>
        </p:nvPicPr>
        <p:blipFill>
          <a:blip r:embed="rId2"/>
          <a:stretch>
            <a:fillRect/>
          </a:stretch>
        </p:blipFill>
        <p:spPr>
          <a:xfrm>
            <a:off x="7040796" y="1815569"/>
            <a:ext cx="4517219" cy="4076790"/>
          </a:xfrm>
          <a:prstGeom prst="rect">
            <a:avLst/>
          </a:prstGeom>
        </p:spPr>
      </p:pic>
      <p:pic>
        <p:nvPicPr>
          <p:cNvPr id="4" name="Picture 3">
            <a:extLst>
              <a:ext uri="{FF2B5EF4-FFF2-40B4-BE49-F238E27FC236}">
                <a16:creationId xmlns:a16="http://schemas.microsoft.com/office/drawing/2014/main" id="{E99873EE-9966-B56F-9440-890477787494}"/>
              </a:ext>
            </a:extLst>
          </p:cNvPr>
          <p:cNvPicPr>
            <a:picLocks noChangeAspect="1"/>
          </p:cNvPicPr>
          <p:nvPr/>
        </p:nvPicPr>
        <p:blipFill>
          <a:blip r:embed="rId3"/>
          <a:stretch>
            <a:fillRect/>
          </a:stretch>
        </p:blipFill>
        <p:spPr>
          <a:xfrm>
            <a:off x="10350229" y="6261099"/>
            <a:ext cx="1838529" cy="590145"/>
          </a:xfrm>
          <a:prstGeom prst="rect">
            <a:avLst/>
          </a:prstGeom>
        </p:spPr>
      </p:pic>
    </p:spTree>
    <p:extLst>
      <p:ext uri="{BB962C8B-B14F-4D97-AF65-F5344CB8AC3E}">
        <p14:creationId xmlns:p14="http://schemas.microsoft.com/office/powerpoint/2010/main" val="2102807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3D4202-CC84-A5FD-A2FF-95DF699F1572}"/>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6600"/>
              <a:t>Thank You</a:t>
            </a:r>
          </a:p>
        </p:txBody>
      </p:sp>
      <p:sp>
        <p:nvSpPr>
          <p:cNvPr id="23"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descr="Microsoft Unveils a New Look - The Official Microsoft Blog">
            <a:extLst>
              <a:ext uri="{FF2B5EF4-FFF2-40B4-BE49-F238E27FC236}">
                <a16:creationId xmlns:a16="http://schemas.microsoft.com/office/drawing/2014/main" id="{AD99C71D-C18C-C990-8D78-A6B39392E7F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20040" y="3413859"/>
            <a:ext cx="5614416" cy="206329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83D26A6-5777-BAA1-582F-2F909B250DDF}"/>
              </a:ext>
            </a:extLst>
          </p:cNvPr>
          <p:cNvPicPr>
            <a:picLocks noChangeAspect="1"/>
          </p:cNvPicPr>
          <p:nvPr/>
        </p:nvPicPr>
        <p:blipFill>
          <a:blip r:embed="rId3"/>
          <a:stretch>
            <a:fillRect/>
          </a:stretch>
        </p:blipFill>
        <p:spPr>
          <a:xfrm>
            <a:off x="6254496" y="3544429"/>
            <a:ext cx="5614416" cy="1802157"/>
          </a:xfrm>
          <a:prstGeom prst="rect">
            <a:avLst/>
          </a:prstGeom>
        </p:spPr>
      </p:pic>
    </p:spTree>
    <p:extLst>
      <p:ext uri="{BB962C8B-B14F-4D97-AF65-F5344CB8AC3E}">
        <p14:creationId xmlns:p14="http://schemas.microsoft.com/office/powerpoint/2010/main" val="31500867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16782</TotalTime>
  <Words>2020</Words>
  <Application>Microsoft Office PowerPoint</Application>
  <PresentationFormat>Widescreen</PresentationFormat>
  <Paragraphs>150</Paragraphs>
  <Slides>19</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Aptos</vt:lpstr>
      <vt:lpstr>Aptos Display</vt:lpstr>
      <vt:lpstr>Arial</vt:lpstr>
      <vt:lpstr>Bookman Old Style</vt:lpstr>
      <vt:lpstr>Bradley Hand ITC</vt:lpstr>
      <vt:lpstr>Calibri</vt:lpstr>
      <vt:lpstr>Wingdings</vt:lpstr>
      <vt:lpstr>Office Theme</vt:lpstr>
      <vt:lpstr>Building a Modular Conversational AI for Restaurant Ordering using Semantic Kernel</vt:lpstr>
      <vt:lpstr>Outline</vt:lpstr>
      <vt:lpstr>Introduction</vt:lpstr>
      <vt:lpstr>Features</vt:lpstr>
      <vt:lpstr>Business Impact</vt:lpstr>
      <vt:lpstr>PowerPoint Presentation</vt:lpstr>
      <vt:lpstr>Solution: Framework and Implementation</vt:lpstr>
      <vt:lpstr>Semantic Kernel</vt:lpstr>
      <vt:lpstr>Flows</vt:lpstr>
      <vt:lpstr>Features</vt:lpstr>
      <vt:lpstr>Features</vt:lpstr>
      <vt:lpstr>Features</vt:lpstr>
      <vt:lpstr>Evaluation</vt:lpstr>
      <vt:lpstr>Results</vt:lpstr>
      <vt:lpstr>Results Conversation Flow</vt:lpstr>
      <vt:lpstr>Results Order Flow</vt:lpstr>
      <vt:lpstr>Results End-to-End</vt:lpstr>
      <vt:lpstr>Future Enhancement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Tolu Ale</dc:creator>
  <cp:lastModifiedBy>Tolu Ale</cp:lastModifiedBy>
  <cp:revision>62</cp:revision>
  <dcterms:created xsi:type="dcterms:W3CDTF">2025-08-04T16:34:53Z</dcterms:created>
  <dcterms:modified xsi:type="dcterms:W3CDTF">2025-08-21T22:54:02Z</dcterms:modified>
</cp:coreProperties>
</file>